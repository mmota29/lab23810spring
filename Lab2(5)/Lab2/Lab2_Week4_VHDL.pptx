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16"/>
  </p:notesMasterIdLst>
  <p:sldIdLst>
    <p:sldId id="256" r:id="rId4"/>
    <p:sldId id="272" r:id="rId5"/>
    <p:sldId id="280" r:id="rId6"/>
    <p:sldId id="281" r:id="rId7"/>
    <p:sldId id="275" r:id="rId8"/>
    <p:sldId id="282" r:id="rId9"/>
    <p:sldId id="287" r:id="rId10"/>
    <p:sldId id="285" r:id="rId11"/>
    <p:sldId id="288" r:id="rId12"/>
    <p:sldId id="286" r:id="rId13"/>
    <p:sldId id="284" r:id="rId14"/>
    <p:sldId id="283"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4" userDrawn="1">
          <p15:clr>
            <a:srgbClr val="A4A3A4"/>
          </p15:clr>
        </p15:guide>
        <p15:guide id="2" pos="2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E48"/>
    <a:srgbClr val="C8102E"/>
    <a:srgbClr val="C810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3059E-96E5-494E-8AE7-0F566045548B}" v="39" dt="2024-02-06T13:20:36.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3"/>
    <p:restoredTop sz="63239"/>
  </p:normalViewPr>
  <p:slideViewPr>
    <p:cSldViewPr snapToGrid="0" snapToObjects="1" showGuides="1">
      <p:cViewPr varScale="1">
        <p:scale>
          <a:sx n="106" d="100"/>
          <a:sy n="106" d="100"/>
        </p:scale>
        <p:origin x="1824" y="108"/>
      </p:cViewPr>
      <p:guideLst>
        <p:guide orient="horz" pos="594"/>
        <p:guide pos="285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1.xml"/><Relationship Id="rId21"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Ghee, Jordan R [E CPE]" userId="S::jrmcghee@iastate.edu::d62229db-a73d-4be4-b012-8e34fa59978b" providerId="AD" clId="Web-{4BC3059E-96E5-494E-8AE7-0F566045548B}"/>
    <pc:docChg chg="addSld modSld sldOrd">
      <pc:chgData name="McGhee, Jordan R [E CPE]" userId="S::jrmcghee@iastate.edu::d62229db-a73d-4be4-b012-8e34fa59978b" providerId="AD" clId="Web-{4BC3059E-96E5-494E-8AE7-0F566045548B}" dt="2024-02-06T13:20:36.780" v="37"/>
      <pc:docMkLst>
        <pc:docMk/>
      </pc:docMkLst>
      <pc:sldChg chg="delSp">
        <pc:chgData name="McGhee, Jordan R [E CPE]" userId="S::jrmcghee@iastate.edu::d62229db-a73d-4be4-b012-8e34fa59978b" providerId="AD" clId="Web-{4BC3059E-96E5-494E-8AE7-0F566045548B}" dt="2024-02-06T13:18:35.011" v="7"/>
        <pc:sldMkLst>
          <pc:docMk/>
          <pc:sldMk cId="3904600767" sldId="282"/>
        </pc:sldMkLst>
        <pc:spChg chg="del">
          <ac:chgData name="McGhee, Jordan R [E CPE]" userId="S::jrmcghee@iastate.edu::d62229db-a73d-4be4-b012-8e34fa59978b" providerId="AD" clId="Web-{4BC3059E-96E5-494E-8AE7-0F566045548B}" dt="2024-02-06T13:18:26.354" v="2"/>
          <ac:spMkLst>
            <pc:docMk/>
            <pc:sldMk cId="3904600767" sldId="282"/>
            <ac:spMk id="28" creationId="{8CFB23E9-CCAA-5557-1292-D1DEB9AE18C5}"/>
          </ac:spMkLst>
        </pc:spChg>
        <pc:spChg chg="del">
          <ac:chgData name="McGhee, Jordan R [E CPE]" userId="S::jrmcghee@iastate.edu::d62229db-a73d-4be4-b012-8e34fa59978b" providerId="AD" clId="Web-{4BC3059E-96E5-494E-8AE7-0F566045548B}" dt="2024-02-06T13:18:28.463" v="3"/>
          <ac:spMkLst>
            <pc:docMk/>
            <pc:sldMk cId="3904600767" sldId="282"/>
            <ac:spMk id="29" creationId="{B8D51B0C-2F5D-8444-F629-6CA1550244E7}"/>
          </ac:spMkLst>
        </pc:spChg>
        <pc:spChg chg="del">
          <ac:chgData name="McGhee, Jordan R [E CPE]" userId="S::jrmcghee@iastate.edu::d62229db-a73d-4be4-b012-8e34fa59978b" providerId="AD" clId="Web-{4BC3059E-96E5-494E-8AE7-0F566045548B}" dt="2024-02-06T13:18:29.995" v="4"/>
          <ac:spMkLst>
            <pc:docMk/>
            <pc:sldMk cId="3904600767" sldId="282"/>
            <ac:spMk id="30" creationId="{5519BE2F-5D2C-259C-48B4-BCA5A156AD54}"/>
          </ac:spMkLst>
        </pc:spChg>
        <pc:spChg chg="del">
          <ac:chgData name="McGhee, Jordan R [E CPE]" userId="S::jrmcghee@iastate.edu::d62229db-a73d-4be4-b012-8e34fa59978b" providerId="AD" clId="Web-{4BC3059E-96E5-494E-8AE7-0F566045548B}" dt="2024-02-06T13:18:32.026" v="5"/>
          <ac:spMkLst>
            <pc:docMk/>
            <pc:sldMk cId="3904600767" sldId="282"/>
            <ac:spMk id="31" creationId="{EB5B9A09-E54D-A26D-2A95-DD3208233769}"/>
          </ac:spMkLst>
        </pc:spChg>
        <pc:spChg chg="del">
          <ac:chgData name="McGhee, Jordan R [E CPE]" userId="S::jrmcghee@iastate.edu::d62229db-a73d-4be4-b012-8e34fa59978b" providerId="AD" clId="Web-{4BC3059E-96E5-494E-8AE7-0F566045548B}" dt="2024-02-06T13:18:33.464" v="6"/>
          <ac:spMkLst>
            <pc:docMk/>
            <pc:sldMk cId="3904600767" sldId="282"/>
            <ac:spMk id="32" creationId="{9537574B-1EFC-1B13-FF19-54BA29D06EEF}"/>
          </ac:spMkLst>
        </pc:spChg>
        <pc:spChg chg="del">
          <ac:chgData name="McGhee, Jordan R [E CPE]" userId="S::jrmcghee@iastate.edu::d62229db-a73d-4be4-b012-8e34fa59978b" providerId="AD" clId="Web-{4BC3059E-96E5-494E-8AE7-0F566045548B}" dt="2024-02-06T13:18:35.011" v="7"/>
          <ac:spMkLst>
            <pc:docMk/>
            <pc:sldMk cId="3904600767" sldId="282"/>
            <ac:spMk id="33" creationId="{FAB49528-6AB1-B83A-1968-1FA49FABDD8C}"/>
          </ac:spMkLst>
        </pc:spChg>
      </pc:sldChg>
      <pc:sldChg chg="delSp add replId">
        <pc:chgData name="McGhee, Jordan R [E CPE]" userId="S::jrmcghee@iastate.edu::d62229db-a73d-4be4-b012-8e34fa59978b" providerId="AD" clId="Web-{4BC3059E-96E5-494E-8AE7-0F566045548B}" dt="2024-02-06T13:18:39.761" v="10"/>
        <pc:sldMkLst>
          <pc:docMk/>
          <pc:sldMk cId="4265258597" sldId="285"/>
        </pc:sldMkLst>
        <pc:spChg chg="del">
          <ac:chgData name="McGhee, Jordan R [E CPE]" userId="S::jrmcghee@iastate.edu::d62229db-a73d-4be4-b012-8e34fa59978b" providerId="AD" clId="Web-{4BC3059E-96E5-494E-8AE7-0F566045548B}" dt="2024-02-06T13:18:37.448" v="8"/>
          <ac:spMkLst>
            <pc:docMk/>
            <pc:sldMk cId="4265258597" sldId="285"/>
            <ac:spMk id="31" creationId="{EB5B9A09-E54D-A26D-2A95-DD3208233769}"/>
          </ac:spMkLst>
        </pc:spChg>
        <pc:spChg chg="del">
          <ac:chgData name="McGhee, Jordan R [E CPE]" userId="S::jrmcghee@iastate.edu::d62229db-a73d-4be4-b012-8e34fa59978b" providerId="AD" clId="Web-{4BC3059E-96E5-494E-8AE7-0F566045548B}" dt="2024-02-06T13:18:38.058" v="9"/>
          <ac:spMkLst>
            <pc:docMk/>
            <pc:sldMk cId="4265258597" sldId="285"/>
            <ac:spMk id="32" creationId="{9537574B-1EFC-1B13-FF19-54BA29D06EEF}"/>
          </ac:spMkLst>
        </pc:spChg>
        <pc:spChg chg="del">
          <ac:chgData name="McGhee, Jordan R [E CPE]" userId="S::jrmcghee@iastate.edu::d62229db-a73d-4be4-b012-8e34fa59978b" providerId="AD" clId="Web-{4BC3059E-96E5-494E-8AE7-0F566045548B}" dt="2024-02-06T13:18:39.761" v="10"/>
          <ac:spMkLst>
            <pc:docMk/>
            <pc:sldMk cId="4265258597" sldId="285"/>
            <ac:spMk id="33" creationId="{FAB49528-6AB1-B83A-1968-1FA49FABDD8C}"/>
          </ac:spMkLst>
        </pc:spChg>
      </pc:sldChg>
      <pc:sldChg chg="add replId">
        <pc:chgData name="McGhee, Jordan R [E CPE]" userId="S::jrmcghee@iastate.edu::d62229db-a73d-4be4-b012-8e34fa59978b" providerId="AD" clId="Web-{4BC3059E-96E5-494E-8AE7-0F566045548B}" dt="2024-02-06T13:18:19.901" v="1"/>
        <pc:sldMkLst>
          <pc:docMk/>
          <pc:sldMk cId="3333308264" sldId="286"/>
        </pc:sldMkLst>
      </pc:sldChg>
      <pc:sldChg chg="addSp delSp modSp add ord replId">
        <pc:chgData name="McGhee, Jordan R [E CPE]" userId="S::jrmcghee@iastate.edu::d62229db-a73d-4be4-b012-8e34fa59978b" providerId="AD" clId="Web-{4BC3059E-96E5-494E-8AE7-0F566045548B}" dt="2024-02-06T13:20:19.404" v="35"/>
        <pc:sldMkLst>
          <pc:docMk/>
          <pc:sldMk cId="2448505930" sldId="287"/>
        </pc:sldMkLst>
        <pc:spChg chg="add del mod">
          <ac:chgData name="McGhee, Jordan R [E CPE]" userId="S::jrmcghee@iastate.edu::d62229db-a73d-4be4-b012-8e34fa59978b" providerId="AD" clId="Web-{4BC3059E-96E5-494E-8AE7-0F566045548B}" dt="2024-02-06T13:20:19.404" v="35"/>
          <ac:spMkLst>
            <pc:docMk/>
            <pc:sldMk cId="2448505930" sldId="287"/>
            <ac:spMk id="5" creationId="{BE03C061-A37F-A2DA-FA16-1449F54235B2}"/>
          </ac:spMkLst>
        </pc:spChg>
        <pc:spChg chg="del">
          <ac:chgData name="McGhee, Jordan R [E CPE]" userId="S::jrmcghee@iastate.edu::d62229db-a73d-4be4-b012-8e34fa59978b" providerId="AD" clId="Web-{4BC3059E-96E5-494E-8AE7-0F566045548B}" dt="2024-02-06T13:19:28.871" v="24"/>
          <ac:spMkLst>
            <pc:docMk/>
            <pc:sldMk cId="2448505930" sldId="287"/>
            <ac:spMk id="7" creationId="{233C1CB8-8B5F-6AA5-5057-AF9A27034C99}"/>
          </ac:spMkLst>
        </pc:spChg>
        <pc:spChg chg="del">
          <ac:chgData name="McGhee, Jordan R [E CPE]" userId="S::jrmcghee@iastate.edu::d62229db-a73d-4be4-b012-8e34fa59978b" providerId="AD" clId="Web-{4BC3059E-96E5-494E-8AE7-0F566045548B}" dt="2024-02-06T13:19:16.981" v="21"/>
          <ac:spMkLst>
            <pc:docMk/>
            <pc:sldMk cId="2448505930" sldId="287"/>
            <ac:spMk id="12" creationId="{594F541C-ADCE-D47D-D450-AEA5583A08DE}"/>
          </ac:spMkLst>
        </pc:spChg>
        <pc:spChg chg="del">
          <ac:chgData name="McGhee, Jordan R [E CPE]" userId="S::jrmcghee@iastate.edu::d62229db-a73d-4be4-b012-8e34fa59978b" providerId="AD" clId="Web-{4BC3059E-96E5-494E-8AE7-0F566045548B}" dt="2024-02-06T13:19:26.434" v="23"/>
          <ac:spMkLst>
            <pc:docMk/>
            <pc:sldMk cId="2448505930" sldId="287"/>
            <ac:spMk id="13" creationId="{134EFCC8-6729-09D0-85CA-079CCD2E20B7}"/>
          </ac:spMkLst>
        </pc:spChg>
        <pc:spChg chg="del">
          <ac:chgData name="McGhee, Jordan R [E CPE]" userId="S::jrmcghee@iastate.edu::d62229db-a73d-4be4-b012-8e34fa59978b" providerId="AD" clId="Web-{4BC3059E-96E5-494E-8AE7-0F566045548B}" dt="2024-02-06T13:19:07.652" v="17"/>
          <ac:spMkLst>
            <pc:docMk/>
            <pc:sldMk cId="2448505930" sldId="287"/>
            <ac:spMk id="14" creationId="{FB3E3222-785F-7718-45CD-0EEB0FB75392}"/>
          </ac:spMkLst>
        </pc:spChg>
        <pc:spChg chg="del">
          <ac:chgData name="McGhee, Jordan R [E CPE]" userId="S::jrmcghee@iastate.edu::d62229db-a73d-4be4-b012-8e34fa59978b" providerId="AD" clId="Web-{4BC3059E-96E5-494E-8AE7-0F566045548B}" dt="2024-02-06T13:19:13.746" v="20"/>
          <ac:spMkLst>
            <pc:docMk/>
            <pc:sldMk cId="2448505930" sldId="287"/>
            <ac:spMk id="18" creationId="{8A82A08C-DEE0-8D64-7AEF-3147D68B1572}"/>
          </ac:spMkLst>
        </pc:spChg>
        <pc:spChg chg="del">
          <ac:chgData name="McGhee, Jordan R [E CPE]" userId="S::jrmcghee@iastate.edu::d62229db-a73d-4be4-b012-8e34fa59978b" providerId="AD" clId="Web-{4BC3059E-96E5-494E-8AE7-0F566045548B}" dt="2024-02-06T13:19:18.512" v="22"/>
          <ac:spMkLst>
            <pc:docMk/>
            <pc:sldMk cId="2448505930" sldId="287"/>
            <ac:spMk id="20" creationId="{36BE87C5-F2A0-2BC5-3B7F-7CD636808B59}"/>
          </ac:spMkLst>
        </pc:spChg>
        <pc:spChg chg="del">
          <ac:chgData name="McGhee, Jordan R [E CPE]" userId="S::jrmcghee@iastate.edu::d62229db-a73d-4be4-b012-8e34fa59978b" providerId="AD" clId="Web-{4BC3059E-96E5-494E-8AE7-0F566045548B}" dt="2024-02-06T13:19:10.168" v="19"/>
          <ac:spMkLst>
            <pc:docMk/>
            <pc:sldMk cId="2448505930" sldId="287"/>
            <ac:spMk id="22" creationId="{B8027D43-5A46-4129-9E14-799045805DD8}"/>
          </ac:spMkLst>
        </pc:spChg>
        <pc:spChg chg="del">
          <ac:chgData name="McGhee, Jordan R [E CPE]" userId="S::jrmcghee@iastate.edu::d62229db-a73d-4be4-b012-8e34fa59978b" providerId="AD" clId="Web-{4BC3059E-96E5-494E-8AE7-0F566045548B}" dt="2024-02-06T13:19:06.668" v="16"/>
          <ac:spMkLst>
            <pc:docMk/>
            <pc:sldMk cId="2448505930" sldId="287"/>
            <ac:spMk id="25" creationId="{FA3023D0-1B92-84A8-6AE0-40B2120611CF}"/>
          </ac:spMkLst>
        </pc:spChg>
        <pc:spChg chg="del">
          <ac:chgData name="McGhee, Jordan R [E CPE]" userId="S::jrmcghee@iastate.edu::d62229db-a73d-4be4-b012-8e34fa59978b" providerId="AD" clId="Web-{4BC3059E-96E5-494E-8AE7-0F566045548B}" dt="2024-02-06T13:20:14.342" v="34"/>
          <ac:spMkLst>
            <pc:docMk/>
            <pc:sldMk cId="2448505930" sldId="287"/>
            <ac:spMk id="34" creationId="{E992536D-208E-B75C-373C-6EC758FFBB1E}"/>
          </ac:spMkLst>
        </pc:spChg>
        <pc:spChg chg="del">
          <ac:chgData name="McGhee, Jordan R [E CPE]" userId="S::jrmcghee@iastate.edu::d62229db-a73d-4be4-b012-8e34fa59978b" providerId="AD" clId="Web-{4BC3059E-96E5-494E-8AE7-0F566045548B}" dt="2024-02-06T13:19:09.105" v="18"/>
          <ac:spMkLst>
            <pc:docMk/>
            <pc:sldMk cId="2448505930" sldId="287"/>
            <ac:spMk id="38" creationId="{47C93BBD-4393-4364-8DC5-B7B9A3CF4AA9}"/>
          </ac:spMkLst>
        </pc:spChg>
      </pc:sldChg>
      <pc:sldChg chg="addSp delSp modSp add ord replId">
        <pc:chgData name="McGhee, Jordan R [E CPE]" userId="S::jrmcghee@iastate.edu::d62229db-a73d-4be4-b012-8e34fa59978b" providerId="AD" clId="Web-{4BC3059E-96E5-494E-8AE7-0F566045548B}" dt="2024-02-06T13:20:36.780" v="37"/>
        <pc:sldMkLst>
          <pc:docMk/>
          <pc:sldMk cId="1263481178" sldId="288"/>
        </pc:sldMkLst>
        <pc:spChg chg="mod">
          <ac:chgData name="McGhee, Jordan R [E CPE]" userId="S::jrmcghee@iastate.edu::d62229db-a73d-4be4-b012-8e34fa59978b" providerId="AD" clId="Web-{4BC3059E-96E5-494E-8AE7-0F566045548B}" dt="2024-02-06T13:19:53.653" v="30" actId="1076"/>
          <ac:spMkLst>
            <pc:docMk/>
            <pc:sldMk cId="1263481178" sldId="288"/>
            <ac:spMk id="2" creationId="{397DAB51-4E5B-22C0-1B7F-5F368165223A}"/>
          </ac:spMkLst>
        </pc:spChg>
        <pc:spChg chg="add del mod">
          <ac:chgData name="McGhee, Jordan R [E CPE]" userId="S::jrmcghee@iastate.edu::d62229db-a73d-4be4-b012-8e34fa59978b" providerId="AD" clId="Web-{4BC3059E-96E5-494E-8AE7-0F566045548B}" dt="2024-02-06T13:20:36.780" v="37"/>
          <ac:spMkLst>
            <pc:docMk/>
            <pc:sldMk cId="1263481178" sldId="288"/>
            <ac:spMk id="5" creationId="{19DB03BF-46D4-E38D-DE32-2F5B9AD04C62}"/>
          </ac:spMkLst>
        </pc:spChg>
        <pc:spChg chg="del">
          <ac:chgData name="McGhee, Jordan R [E CPE]" userId="S::jrmcghee@iastate.edu::d62229db-a73d-4be4-b012-8e34fa59978b" providerId="AD" clId="Web-{4BC3059E-96E5-494E-8AE7-0F566045548B}" dt="2024-02-06T13:20:03.591" v="32"/>
          <ac:spMkLst>
            <pc:docMk/>
            <pc:sldMk cId="1263481178" sldId="288"/>
            <ac:spMk id="12" creationId="{594F541C-ADCE-D47D-D450-AEA5583A08DE}"/>
          </ac:spMkLst>
        </pc:spChg>
        <pc:spChg chg="del">
          <ac:chgData name="McGhee, Jordan R [E CPE]" userId="S::jrmcghee@iastate.edu::d62229db-a73d-4be4-b012-8e34fa59978b" providerId="AD" clId="Web-{4BC3059E-96E5-494E-8AE7-0F566045548B}" dt="2024-02-06T13:20:02.294" v="31"/>
          <ac:spMkLst>
            <pc:docMk/>
            <pc:sldMk cId="1263481178" sldId="288"/>
            <ac:spMk id="13" creationId="{134EFCC8-6729-09D0-85CA-079CCD2E20B7}"/>
          </ac:spMkLst>
        </pc:spChg>
        <pc:spChg chg="del mod">
          <ac:chgData name="McGhee, Jordan R [E CPE]" userId="S::jrmcghee@iastate.edu::d62229db-a73d-4be4-b012-8e34fa59978b" providerId="AD" clId="Web-{4BC3059E-96E5-494E-8AE7-0F566045548B}" dt="2024-02-06T13:19:38.934" v="28"/>
          <ac:spMkLst>
            <pc:docMk/>
            <pc:sldMk cId="1263481178" sldId="288"/>
            <ac:spMk id="18" creationId="{8A82A08C-DEE0-8D64-7AEF-3147D68B1572}"/>
          </ac:spMkLst>
        </pc:spChg>
        <pc:spChg chg="del">
          <ac:chgData name="McGhee, Jordan R [E CPE]" userId="S::jrmcghee@iastate.edu::d62229db-a73d-4be4-b012-8e34fa59978b" providerId="AD" clId="Web-{4BC3059E-96E5-494E-8AE7-0F566045548B}" dt="2024-02-06T13:20:04.591" v="33"/>
          <ac:spMkLst>
            <pc:docMk/>
            <pc:sldMk cId="1263481178" sldId="288"/>
            <ac:spMk id="20" creationId="{36BE87C5-F2A0-2BC5-3B7F-7CD636808B59}"/>
          </ac:spMkLst>
        </pc:spChg>
        <pc:spChg chg="del">
          <ac:chgData name="McGhee, Jordan R [E CPE]" userId="S::jrmcghee@iastate.edu::d62229db-a73d-4be4-b012-8e34fa59978b" providerId="AD" clId="Web-{4BC3059E-96E5-494E-8AE7-0F566045548B}" dt="2024-02-06T13:19:34.497" v="26"/>
          <ac:spMkLst>
            <pc:docMk/>
            <pc:sldMk cId="1263481178" sldId="288"/>
            <ac:spMk id="22" creationId="{B8027D43-5A46-4129-9E14-799045805DD8}"/>
          </ac:spMkLst>
        </pc:spChg>
        <pc:spChg chg="del">
          <ac:chgData name="McGhee, Jordan R [E CPE]" userId="S::jrmcghee@iastate.edu::d62229db-a73d-4be4-b012-8e34fa59978b" providerId="AD" clId="Web-{4BC3059E-96E5-494E-8AE7-0F566045548B}" dt="2024-02-06T13:20:23.701" v="36"/>
          <ac:spMkLst>
            <pc:docMk/>
            <pc:sldMk cId="1263481178" sldId="288"/>
            <ac:spMk id="34" creationId="{E992536D-208E-B75C-373C-6EC758FFBB1E}"/>
          </ac:spMkLst>
        </pc:spChg>
        <pc:spChg chg="del">
          <ac:chgData name="McGhee, Jordan R [E CPE]" userId="S::jrmcghee@iastate.edu::d62229db-a73d-4be4-b012-8e34fa59978b" providerId="AD" clId="Web-{4BC3059E-96E5-494E-8AE7-0F566045548B}" dt="2024-02-06T13:19:33.528" v="25"/>
          <ac:spMkLst>
            <pc:docMk/>
            <pc:sldMk cId="1263481178" sldId="288"/>
            <ac:spMk id="38" creationId="{47C93BBD-4393-4364-8DC5-B7B9A3CF4AA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A3C47-F199-FB43-B8A2-460FAE7D1F16}" type="datetimeFigureOut">
              <a:rPr lang="en-US" smtClean="0"/>
              <a:t>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27364-4755-D44C-8DD3-C2463F65C14F}" type="slidenum">
              <a:rPr lang="en-US" smtClean="0"/>
              <a:t>‹#›</a:t>
            </a:fld>
            <a:endParaRPr lang="en-US"/>
          </a:p>
        </p:txBody>
      </p:sp>
    </p:spTree>
    <p:extLst>
      <p:ext uri="{BB962C8B-B14F-4D97-AF65-F5344CB8AC3E}">
        <p14:creationId xmlns:p14="http://schemas.microsoft.com/office/powerpoint/2010/main" val="57136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Learning Objectives:</a:t>
            </a:r>
          </a:p>
          <a:p>
            <a:pPr marL="628650" lvl="1" indent="-171450">
              <a:buFont typeface="Arial" panose="020B0604020202020204" pitchFamily="34" charset="0"/>
              <a:buChar char="•"/>
            </a:pPr>
            <a:r>
              <a:rPr lang="en-US" dirty="0"/>
              <a:t>Students should know how the memory module provided in lab operates</a:t>
            </a:r>
          </a:p>
          <a:p>
            <a:pPr marL="628650" lvl="1" indent="-171450">
              <a:buFont typeface="Arial" panose="020B0604020202020204" pitchFamily="34" charset="0"/>
              <a:buChar char="•"/>
            </a:pPr>
            <a:r>
              <a:rPr lang="en-US" dirty="0"/>
              <a:t>Students should be able to described the differences between word and byte addressable memory</a:t>
            </a:r>
          </a:p>
          <a:p>
            <a:pPr marL="628650" lvl="1" indent="-171450">
              <a:buFont typeface="Arial" panose="020B0604020202020204" pitchFamily="34" charset="0"/>
              <a:buChar char="•"/>
            </a:pPr>
            <a:r>
              <a:rPr lang="en-US" dirty="0"/>
              <a:t>Students should be able to understand the model hierarchy during </a:t>
            </a:r>
            <a:r>
              <a:rPr lang="en-US" dirty="0" err="1"/>
              <a:t>questa</a:t>
            </a:r>
            <a:r>
              <a:rPr lang="en-US" dirty="0"/>
              <a:t>-sim simulation</a:t>
            </a:r>
          </a:p>
          <a:p>
            <a:pPr marL="628650" lvl="1" indent="-171450">
              <a:buFont typeface="Arial" panose="020B0604020202020204" pitchFamily="34" charset="0"/>
              <a:buChar char="•"/>
            </a:pPr>
            <a:r>
              <a:rPr lang="en-US" dirty="0"/>
              <a:t>Students should be able to initialize and set memory values during simulation</a:t>
            </a:r>
          </a:p>
        </p:txBody>
      </p:sp>
      <p:sp>
        <p:nvSpPr>
          <p:cNvPr id="4" name="Slide Number Placeholder 3"/>
          <p:cNvSpPr>
            <a:spLocks noGrp="1"/>
          </p:cNvSpPr>
          <p:nvPr>
            <p:ph type="sldNum" sz="quarter" idx="10"/>
          </p:nvPr>
        </p:nvSpPr>
        <p:spPr/>
        <p:txBody>
          <a:bodyPr/>
          <a:lstStyle/>
          <a:p>
            <a:fld id="{2D027364-4755-D44C-8DD3-C2463F65C14F}" type="slidenum">
              <a:rPr lang="en-US" smtClean="0"/>
              <a:t>1</a:t>
            </a:fld>
            <a:endParaRPr lang="en-US"/>
          </a:p>
        </p:txBody>
      </p:sp>
    </p:spTree>
    <p:extLst>
      <p:ext uri="{BB962C8B-B14F-4D97-AF65-F5344CB8AC3E}">
        <p14:creationId xmlns:p14="http://schemas.microsoft.com/office/powerpoint/2010/main" val="1106628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overview of the provided memory unit, might want to point out some keywords, but a better breakdown will come in the next few slides</a:t>
            </a:r>
          </a:p>
        </p:txBody>
      </p:sp>
      <p:sp>
        <p:nvSpPr>
          <p:cNvPr id="4" name="Slide Number Placeholder 3"/>
          <p:cNvSpPr>
            <a:spLocks noGrp="1"/>
          </p:cNvSpPr>
          <p:nvPr>
            <p:ph type="sldNum" sz="quarter" idx="5"/>
          </p:nvPr>
        </p:nvSpPr>
        <p:spPr/>
        <p:txBody>
          <a:bodyPr/>
          <a:lstStyle/>
          <a:p>
            <a:fld id="{2D027364-4755-D44C-8DD3-C2463F65C14F}" type="slidenum">
              <a:rPr lang="en-US" smtClean="0"/>
              <a:t>2</a:t>
            </a:fld>
            <a:endParaRPr lang="en-US"/>
          </a:p>
        </p:txBody>
      </p:sp>
    </p:spTree>
    <p:extLst>
      <p:ext uri="{BB962C8B-B14F-4D97-AF65-F5344CB8AC3E}">
        <p14:creationId xmlns:p14="http://schemas.microsoft.com/office/powerpoint/2010/main" val="842209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AB2E5-83D0-4CC0-AD14-AFE395510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46CB3-5B6D-51EE-5CC2-AF79EB4903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828A7-7474-862A-CF5C-0A7EFB623EBB}"/>
              </a:ext>
            </a:extLst>
          </p:cNvPr>
          <p:cNvSpPr>
            <a:spLocks noGrp="1"/>
          </p:cNvSpPr>
          <p:nvPr>
            <p:ph type="body" idx="1"/>
          </p:nvPr>
        </p:nvSpPr>
        <p:spPr/>
        <p:txBody>
          <a:bodyPr/>
          <a:lstStyle/>
          <a:p>
            <a:r>
              <a:rPr lang="en-US" dirty="0"/>
              <a:t>First, tie back the components of this module to what was learned in the previous weeks.</a:t>
            </a:r>
          </a:p>
          <a:p>
            <a:endParaRPr lang="en-US" dirty="0"/>
          </a:p>
          <a:p>
            <a:pPr marL="171450" indent="-171450">
              <a:buFont typeface="Arial" panose="020B0604020202020204" pitchFamily="34" charset="0"/>
              <a:buChar char="•"/>
            </a:pPr>
            <a:r>
              <a:rPr lang="en-US" dirty="0"/>
              <a:t>Firstly, we are defining two custom data types, we use the keyword subtype here, but we easily could just replace “of </a:t>
            </a:r>
            <a:r>
              <a:rPr lang="en-US" dirty="0" err="1"/>
              <a:t>word_t</a:t>
            </a:r>
            <a:r>
              <a:rPr lang="en-US" dirty="0"/>
              <a:t>” with “of </a:t>
            </a:r>
            <a:r>
              <a:rPr lang="en-US" dirty="0" err="1"/>
              <a:t>std_logic_vector</a:t>
            </a:r>
            <a:r>
              <a:rPr lang="en-US" dirty="0"/>
              <a:t>(DATA_WIDTH-1 </a:t>
            </a:r>
            <a:r>
              <a:rPr lang="en-US" dirty="0" err="1"/>
              <a:t>downto</a:t>
            </a:r>
            <a:r>
              <a:rPr lang="en-US" dirty="0"/>
              <a:t> 0)” like we did last week</a:t>
            </a:r>
          </a:p>
          <a:p>
            <a:pPr marL="171450" indent="-171450">
              <a:buFont typeface="Arial" panose="020B0604020202020204" pitchFamily="34" charset="0"/>
              <a:buChar char="•"/>
            </a:pPr>
            <a:r>
              <a:rPr lang="en-US" dirty="0"/>
              <a:t>Second, we initialize the memory, it should generate physical components. We can access the different elements of this component as shown within the process statement</a:t>
            </a:r>
          </a:p>
        </p:txBody>
      </p:sp>
      <p:sp>
        <p:nvSpPr>
          <p:cNvPr id="4" name="Slide Number Placeholder 3">
            <a:extLst>
              <a:ext uri="{FF2B5EF4-FFF2-40B4-BE49-F238E27FC236}">
                <a16:creationId xmlns:a16="http://schemas.microsoft.com/office/drawing/2014/main" id="{1F85A149-4442-0EB4-A6B8-3827EC14C6AB}"/>
              </a:ext>
            </a:extLst>
          </p:cNvPr>
          <p:cNvSpPr>
            <a:spLocks noGrp="1"/>
          </p:cNvSpPr>
          <p:nvPr>
            <p:ph type="sldNum" sz="quarter" idx="5"/>
          </p:nvPr>
        </p:nvSpPr>
        <p:spPr/>
        <p:txBody>
          <a:bodyPr/>
          <a:lstStyle/>
          <a:p>
            <a:fld id="{2D027364-4755-D44C-8DD3-C2463F65C14F}" type="slidenum">
              <a:rPr lang="en-US" smtClean="0"/>
              <a:t>3</a:t>
            </a:fld>
            <a:endParaRPr lang="en-US"/>
          </a:p>
        </p:txBody>
      </p:sp>
    </p:spTree>
    <p:extLst>
      <p:ext uri="{BB962C8B-B14F-4D97-AF65-F5344CB8AC3E}">
        <p14:creationId xmlns:p14="http://schemas.microsoft.com/office/powerpoint/2010/main" val="3452890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9F8E9-CF87-383B-B6E0-16A462136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351AF-1D28-E6D4-A4E0-A99F09250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27F5B-0D0F-4FF3-C532-73E30ADFA802}"/>
              </a:ext>
            </a:extLst>
          </p:cNvPr>
          <p:cNvSpPr>
            <a:spLocks noGrp="1"/>
          </p:cNvSpPr>
          <p:nvPr>
            <p:ph type="body" idx="1"/>
          </p:nvPr>
        </p:nvSpPr>
        <p:spPr/>
        <p:txBody>
          <a:bodyPr/>
          <a:lstStyle/>
          <a:p>
            <a:r>
              <a:rPr lang="en-US" dirty="0"/>
              <a:t>*Highlight when things change within this memory module</a:t>
            </a:r>
          </a:p>
          <a:p>
            <a:endParaRPr lang="en-US" dirty="0"/>
          </a:p>
          <a:p>
            <a:r>
              <a:rPr lang="en-US" dirty="0"/>
              <a:t>* Notice that we have both synchronous and asynchronous pieces in this module, we can perform our reads without waiting for the clock!</a:t>
            </a:r>
          </a:p>
        </p:txBody>
      </p:sp>
      <p:sp>
        <p:nvSpPr>
          <p:cNvPr id="4" name="Slide Number Placeholder 3">
            <a:extLst>
              <a:ext uri="{FF2B5EF4-FFF2-40B4-BE49-F238E27FC236}">
                <a16:creationId xmlns:a16="http://schemas.microsoft.com/office/drawing/2014/main" id="{EE25ECAC-129D-D160-AB02-7E134E703E25}"/>
              </a:ext>
            </a:extLst>
          </p:cNvPr>
          <p:cNvSpPr>
            <a:spLocks noGrp="1"/>
          </p:cNvSpPr>
          <p:nvPr>
            <p:ph type="sldNum" sz="quarter" idx="5"/>
          </p:nvPr>
        </p:nvSpPr>
        <p:spPr/>
        <p:txBody>
          <a:bodyPr/>
          <a:lstStyle/>
          <a:p>
            <a:fld id="{2D027364-4755-D44C-8DD3-C2463F65C14F}" type="slidenum">
              <a:rPr lang="en-US" smtClean="0"/>
              <a:t>4</a:t>
            </a:fld>
            <a:endParaRPr lang="en-US"/>
          </a:p>
        </p:txBody>
      </p:sp>
    </p:spTree>
    <p:extLst>
      <p:ext uri="{BB962C8B-B14F-4D97-AF65-F5344CB8AC3E}">
        <p14:creationId xmlns:p14="http://schemas.microsoft.com/office/powerpoint/2010/main" val="3575137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Both tables correspond to the exact same memory</a:t>
            </a:r>
          </a:p>
          <a:p>
            <a:pPr marL="171450" indent="-171450">
              <a:buFont typeface="Arial" panose="020B0604020202020204" pitchFamily="34" charset="0"/>
              <a:buChar char="•"/>
            </a:pPr>
            <a:r>
              <a:rPr lang="en-US" dirty="0"/>
              <a:t>The word addressable size is stored in big endian format similar to MARS, but this can be up to the designer. </a:t>
            </a:r>
          </a:p>
          <a:p>
            <a:pPr marL="171450" indent="-171450">
              <a:buFont typeface="Arial" panose="020B0604020202020204" pitchFamily="34" charset="0"/>
              <a:buChar char="•"/>
            </a:pPr>
            <a:r>
              <a:rPr lang="en-US" dirty="0"/>
              <a:t>Notice the memory size is the same, but the number of valid addresses is different</a:t>
            </a:r>
          </a:p>
          <a:p>
            <a:pPr marL="171450" indent="-171450">
              <a:buFont typeface="Arial" panose="020B0604020202020204" pitchFamily="34" charset="0"/>
              <a:buChar char="•"/>
            </a:pPr>
            <a:r>
              <a:rPr lang="en-US" dirty="0"/>
              <a:t>How would you go about making word addressable memory operate the same as byte addressable memory, is it possible?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D027364-4755-D44C-8DD3-C2463F65C14F}" type="slidenum">
              <a:rPr lang="en-US" smtClean="0"/>
              <a:t>5</a:t>
            </a:fld>
            <a:endParaRPr lang="en-US"/>
          </a:p>
        </p:txBody>
      </p:sp>
    </p:spTree>
    <p:extLst>
      <p:ext uri="{BB962C8B-B14F-4D97-AF65-F5344CB8AC3E}">
        <p14:creationId xmlns:p14="http://schemas.microsoft.com/office/powerpoint/2010/main" val="989138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65E33-B330-1749-6908-9E2612A9D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E9686-2BEC-3ADB-D709-81F050DFF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56B19-D60A-F179-782A-CB5411FEF98B}"/>
              </a:ext>
            </a:extLst>
          </p:cNvPr>
          <p:cNvSpPr>
            <a:spLocks noGrp="1"/>
          </p:cNvSpPr>
          <p:nvPr>
            <p:ph type="body" idx="1"/>
          </p:nvPr>
        </p:nvSpPr>
        <p:spPr/>
        <p:txBody>
          <a:bodyPr/>
          <a:lstStyle/>
          <a:p>
            <a:r>
              <a:rPr lang="en-US" dirty="0"/>
              <a:t>The purpose of this slide is to highlight key parts of the VHDL and to use in conjunction with the next slide in order to draw the parallel between the names given in the code, vs. what they see in </a:t>
            </a:r>
            <a:r>
              <a:rPr lang="en-US" dirty="0" err="1"/>
              <a:t>questasim</a:t>
            </a:r>
            <a:endParaRPr lang="en-US" dirty="0"/>
          </a:p>
        </p:txBody>
      </p:sp>
      <p:sp>
        <p:nvSpPr>
          <p:cNvPr id="4" name="Slide Number Placeholder 3">
            <a:extLst>
              <a:ext uri="{FF2B5EF4-FFF2-40B4-BE49-F238E27FC236}">
                <a16:creationId xmlns:a16="http://schemas.microsoft.com/office/drawing/2014/main" id="{C1D90D7E-2D11-FE08-C54F-44EFD24021F8}"/>
              </a:ext>
            </a:extLst>
          </p:cNvPr>
          <p:cNvSpPr>
            <a:spLocks noGrp="1"/>
          </p:cNvSpPr>
          <p:nvPr>
            <p:ph type="sldNum" sz="quarter" idx="5"/>
          </p:nvPr>
        </p:nvSpPr>
        <p:spPr/>
        <p:txBody>
          <a:bodyPr/>
          <a:lstStyle/>
          <a:p>
            <a:fld id="{2D027364-4755-D44C-8DD3-C2463F65C14F}" type="slidenum">
              <a:rPr lang="en-US" smtClean="0"/>
              <a:t>6</a:t>
            </a:fld>
            <a:endParaRPr lang="en-US"/>
          </a:p>
        </p:txBody>
      </p:sp>
    </p:spTree>
    <p:extLst>
      <p:ext uri="{BB962C8B-B14F-4D97-AF65-F5344CB8AC3E}">
        <p14:creationId xmlns:p14="http://schemas.microsoft.com/office/powerpoint/2010/main" val="3464840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0D79-9184-5240-EEC6-0E5CC4F61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55498-E35E-A4FD-3E02-070752DBE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E5567-0EDE-1C7D-20C2-68A67BA73E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0C246-6F55-9A24-2324-76A85FE03F57}"/>
              </a:ext>
            </a:extLst>
          </p:cNvPr>
          <p:cNvSpPr>
            <a:spLocks noGrp="1"/>
          </p:cNvSpPr>
          <p:nvPr>
            <p:ph type="sldNum" sz="quarter" idx="5"/>
          </p:nvPr>
        </p:nvSpPr>
        <p:spPr/>
        <p:txBody>
          <a:bodyPr/>
          <a:lstStyle/>
          <a:p>
            <a:fld id="{2D027364-4755-D44C-8DD3-C2463F65C14F}" type="slidenum">
              <a:rPr lang="en-US" smtClean="0"/>
              <a:t>7</a:t>
            </a:fld>
            <a:endParaRPr lang="en-US"/>
          </a:p>
        </p:txBody>
      </p:sp>
    </p:spTree>
    <p:extLst>
      <p:ext uri="{BB962C8B-B14F-4D97-AF65-F5344CB8AC3E}">
        <p14:creationId xmlns:p14="http://schemas.microsoft.com/office/powerpoint/2010/main" val="3081662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65E33-B330-1749-6908-9E2612A9D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E9686-2BEC-3ADB-D709-81F050DFF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56B19-D60A-F179-782A-CB5411FEF98B}"/>
              </a:ext>
            </a:extLst>
          </p:cNvPr>
          <p:cNvSpPr>
            <a:spLocks noGrp="1"/>
          </p:cNvSpPr>
          <p:nvPr>
            <p:ph type="body" idx="1"/>
          </p:nvPr>
        </p:nvSpPr>
        <p:spPr/>
        <p:txBody>
          <a:bodyPr/>
          <a:lstStyle/>
          <a:p>
            <a:r>
              <a:rPr lang="en-US" dirty="0"/>
              <a:t>The purpose of this slide is to highlight key parts of the VHDL and to use in conjunction with the next slide in order to draw the parallel between the names given in the code, vs. what they see in </a:t>
            </a:r>
            <a:r>
              <a:rPr lang="en-US" dirty="0" err="1"/>
              <a:t>questasim</a:t>
            </a:r>
            <a:endParaRPr lang="en-US" dirty="0"/>
          </a:p>
        </p:txBody>
      </p:sp>
      <p:sp>
        <p:nvSpPr>
          <p:cNvPr id="4" name="Slide Number Placeholder 3">
            <a:extLst>
              <a:ext uri="{FF2B5EF4-FFF2-40B4-BE49-F238E27FC236}">
                <a16:creationId xmlns:a16="http://schemas.microsoft.com/office/drawing/2014/main" id="{C1D90D7E-2D11-FE08-C54F-44EFD24021F8}"/>
              </a:ext>
            </a:extLst>
          </p:cNvPr>
          <p:cNvSpPr>
            <a:spLocks noGrp="1"/>
          </p:cNvSpPr>
          <p:nvPr>
            <p:ph type="sldNum" sz="quarter" idx="5"/>
          </p:nvPr>
        </p:nvSpPr>
        <p:spPr/>
        <p:txBody>
          <a:bodyPr/>
          <a:lstStyle/>
          <a:p>
            <a:fld id="{2D027364-4755-D44C-8DD3-C2463F65C14F}" type="slidenum">
              <a:rPr lang="en-US" smtClean="0"/>
              <a:t>8</a:t>
            </a:fld>
            <a:endParaRPr lang="en-US"/>
          </a:p>
        </p:txBody>
      </p:sp>
    </p:spTree>
    <p:extLst>
      <p:ext uri="{BB962C8B-B14F-4D97-AF65-F5344CB8AC3E}">
        <p14:creationId xmlns:p14="http://schemas.microsoft.com/office/powerpoint/2010/main" val="1331618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0D79-9184-5240-EEC6-0E5CC4F61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55498-E35E-A4FD-3E02-070752DBE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E5567-0EDE-1C7D-20C2-68A67BA73E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0C246-6F55-9A24-2324-76A85FE03F57}"/>
              </a:ext>
            </a:extLst>
          </p:cNvPr>
          <p:cNvSpPr>
            <a:spLocks noGrp="1"/>
          </p:cNvSpPr>
          <p:nvPr>
            <p:ph type="sldNum" sz="quarter" idx="5"/>
          </p:nvPr>
        </p:nvSpPr>
        <p:spPr/>
        <p:txBody>
          <a:bodyPr/>
          <a:lstStyle/>
          <a:p>
            <a:fld id="{2D027364-4755-D44C-8DD3-C2463F65C14F}" type="slidenum">
              <a:rPr lang="en-US" smtClean="0"/>
              <a:t>9</a:t>
            </a:fld>
            <a:endParaRPr lang="en-US"/>
          </a:p>
        </p:txBody>
      </p:sp>
    </p:spTree>
    <p:extLst>
      <p:ext uri="{BB962C8B-B14F-4D97-AF65-F5344CB8AC3E}">
        <p14:creationId xmlns:p14="http://schemas.microsoft.com/office/powerpoint/2010/main" val="2829234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65E33-B330-1749-6908-9E2612A9D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E9686-2BEC-3ADB-D709-81F050DFF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56B19-D60A-F179-782A-CB5411FEF98B}"/>
              </a:ext>
            </a:extLst>
          </p:cNvPr>
          <p:cNvSpPr>
            <a:spLocks noGrp="1"/>
          </p:cNvSpPr>
          <p:nvPr>
            <p:ph type="body" idx="1"/>
          </p:nvPr>
        </p:nvSpPr>
        <p:spPr/>
        <p:txBody>
          <a:bodyPr/>
          <a:lstStyle/>
          <a:p>
            <a:r>
              <a:rPr lang="en-US" dirty="0"/>
              <a:t>The purpose of this slide is to highlight key parts of the VHDL and to use in conjunction with the next slide in order to draw the parallel between the names given in the code, vs. what they see in </a:t>
            </a:r>
            <a:r>
              <a:rPr lang="en-US" dirty="0" err="1"/>
              <a:t>questasim</a:t>
            </a:r>
            <a:endParaRPr lang="en-US" dirty="0"/>
          </a:p>
        </p:txBody>
      </p:sp>
      <p:sp>
        <p:nvSpPr>
          <p:cNvPr id="4" name="Slide Number Placeholder 3">
            <a:extLst>
              <a:ext uri="{FF2B5EF4-FFF2-40B4-BE49-F238E27FC236}">
                <a16:creationId xmlns:a16="http://schemas.microsoft.com/office/drawing/2014/main" id="{C1D90D7E-2D11-FE08-C54F-44EFD24021F8}"/>
              </a:ext>
            </a:extLst>
          </p:cNvPr>
          <p:cNvSpPr>
            <a:spLocks noGrp="1"/>
          </p:cNvSpPr>
          <p:nvPr>
            <p:ph type="sldNum" sz="quarter" idx="5"/>
          </p:nvPr>
        </p:nvSpPr>
        <p:spPr/>
        <p:txBody>
          <a:bodyPr/>
          <a:lstStyle/>
          <a:p>
            <a:fld id="{2D027364-4755-D44C-8DD3-C2463F65C14F}" type="slidenum">
              <a:rPr lang="en-US" smtClean="0"/>
              <a:t>10</a:t>
            </a:fld>
            <a:endParaRPr lang="en-US"/>
          </a:p>
        </p:txBody>
      </p:sp>
    </p:spTree>
    <p:extLst>
      <p:ext uri="{BB962C8B-B14F-4D97-AF65-F5344CB8AC3E}">
        <p14:creationId xmlns:p14="http://schemas.microsoft.com/office/powerpoint/2010/main" val="159411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0D79-9184-5240-EEC6-0E5CC4F61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55498-E35E-A4FD-3E02-070752DBE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E5567-0EDE-1C7D-20C2-68A67BA73E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40C246-6F55-9A24-2324-76A85FE03F57}"/>
              </a:ext>
            </a:extLst>
          </p:cNvPr>
          <p:cNvSpPr>
            <a:spLocks noGrp="1"/>
          </p:cNvSpPr>
          <p:nvPr>
            <p:ph type="sldNum" sz="quarter" idx="5"/>
          </p:nvPr>
        </p:nvSpPr>
        <p:spPr/>
        <p:txBody>
          <a:bodyPr/>
          <a:lstStyle/>
          <a:p>
            <a:fld id="{2D027364-4755-D44C-8DD3-C2463F65C14F}" type="slidenum">
              <a:rPr lang="en-US" smtClean="0"/>
              <a:t>11</a:t>
            </a:fld>
            <a:endParaRPr lang="en-US"/>
          </a:p>
        </p:txBody>
      </p:sp>
    </p:spTree>
    <p:extLst>
      <p:ext uri="{BB962C8B-B14F-4D97-AF65-F5344CB8AC3E}">
        <p14:creationId xmlns:p14="http://schemas.microsoft.com/office/powerpoint/2010/main" val="1909861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31B0-4B97-B5A5-DDAD-A83DCD8A4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2DEF4-04B5-4DD7-3A42-43A180331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EB324-2223-5B54-2D0C-53D569774C26}"/>
              </a:ext>
            </a:extLst>
          </p:cNvPr>
          <p:cNvSpPr>
            <a:spLocks noGrp="1"/>
          </p:cNvSpPr>
          <p:nvPr>
            <p:ph type="body" idx="1"/>
          </p:nvPr>
        </p:nvSpPr>
        <p:spPr/>
        <p:txBody>
          <a:bodyPr/>
          <a:lstStyle/>
          <a:p>
            <a:r>
              <a:rPr lang="en-US" dirty="0"/>
              <a:t>This slide draws from the previous slide, it is just easier to read, and shows our specific goal for this lab.</a:t>
            </a:r>
          </a:p>
        </p:txBody>
      </p:sp>
      <p:sp>
        <p:nvSpPr>
          <p:cNvPr id="4" name="Slide Number Placeholder 3">
            <a:extLst>
              <a:ext uri="{FF2B5EF4-FFF2-40B4-BE49-F238E27FC236}">
                <a16:creationId xmlns:a16="http://schemas.microsoft.com/office/drawing/2014/main" id="{804E8E16-6026-98AC-0F2A-65D04C5719D9}"/>
              </a:ext>
            </a:extLst>
          </p:cNvPr>
          <p:cNvSpPr>
            <a:spLocks noGrp="1"/>
          </p:cNvSpPr>
          <p:nvPr>
            <p:ph type="sldNum" sz="quarter" idx="5"/>
          </p:nvPr>
        </p:nvSpPr>
        <p:spPr/>
        <p:txBody>
          <a:bodyPr/>
          <a:lstStyle/>
          <a:p>
            <a:fld id="{2D027364-4755-D44C-8DD3-C2463F65C14F}" type="slidenum">
              <a:rPr lang="en-US" smtClean="0"/>
              <a:t>12</a:t>
            </a:fld>
            <a:endParaRPr lang="en-US"/>
          </a:p>
        </p:txBody>
      </p:sp>
    </p:spTree>
    <p:extLst>
      <p:ext uri="{BB962C8B-B14F-4D97-AF65-F5344CB8AC3E}">
        <p14:creationId xmlns:p14="http://schemas.microsoft.com/office/powerpoint/2010/main" val="2548837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2914652"/>
            <a:ext cx="9144000" cy="496533"/>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Rectangle 6"/>
          <p:cNvSpPr/>
          <p:nvPr userDrawn="1"/>
        </p:nvSpPr>
        <p:spPr>
          <a:xfrm>
            <a:off x="0" y="0"/>
            <a:ext cx="9144000" cy="291465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1"/>
          <p:cNvSpPr>
            <a:spLocks noGrp="1"/>
          </p:cNvSpPr>
          <p:nvPr>
            <p:ph type="ctrTitle"/>
          </p:nvPr>
        </p:nvSpPr>
        <p:spPr>
          <a:xfrm>
            <a:off x="685800" y="1597820"/>
            <a:ext cx="7772400" cy="1102519"/>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537730"/>
          </a:xfrm>
        </p:spPr>
        <p:txBody>
          <a:bodyPr/>
          <a:lstStyle/>
          <a:p>
            <a:r>
              <a:rPr lang="en-US"/>
              <a:t>Click to edit Master title style</a:t>
            </a:r>
          </a:p>
        </p:txBody>
      </p:sp>
      <p:sp>
        <p:nvSpPr>
          <p:cNvPr id="3" name="Content Placeholder 2"/>
          <p:cNvSpPr>
            <a:spLocks noGrp="1"/>
          </p:cNvSpPr>
          <p:nvPr>
            <p:ph idx="1"/>
          </p:nvPr>
        </p:nvSpPr>
        <p:spPr>
          <a:xfrm>
            <a:off x="457200" y="652031"/>
            <a:ext cx="8229600" cy="3942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F6CD2-2A74-7F4F-9D02-823DFCA505E1}"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9D2238-A1CD-1744-8802-C58D73344F5F}" type="slidenum">
              <a:rPr lang="en-US" smtClean="0"/>
              <a:t>‹#›</a:t>
            </a:fld>
            <a:endParaRPr lang="en-US"/>
          </a:p>
        </p:txBody>
      </p:sp>
      <p:sp>
        <p:nvSpPr>
          <p:cNvPr id="7" name="Rectangle 6"/>
          <p:cNvSpPr/>
          <p:nvPr userDrawn="1"/>
        </p:nvSpPr>
        <p:spPr>
          <a:xfrm>
            <a:off x="0" y="4767262"/>
            <a:ext cx="9144000" cy="37623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 name="Rectangle 7"/>
          <p:cNvSpPr/>
          <p:nvPr userDrawn="1"/>
        </p:nvSpPr>
        <p:spPr>
          <a:xfrm>
            <a:off x="0" y="4594624"/>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Date Placeholder 3"/>
          <p:cNvSpPr txBox="1">
            <a:spLocks/>
          </p:cNvSpPr>
          <p:nvPr userDrawn="1"/>
        </p:nvSpPr>
        <p:spPr>
          <a:xfrm>
            <a:off x="609600" y="4881564"/>
            <a:ext cx="2133600" cy="273844"/>
          </a:xfrm>
          <a:prstGeom prst="rect">
            <a:avLst/>
          </a:prstGeom>
        </p:spPr>
        <p:txBody>
          <a:bodyPr vert="horz" lIns="68580" tIns="34290" rIns="68580" bIns="34290" rtlCol="0" anchor="ctr"/>
          <a:lstStyle>
            <a:defPPr>
              <a:defRPr lang="en-US"/>
            </a:defPPr>
            <a:lvl1pPr marL="0" marR="0" indent="0" algn="l"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solidFill>
                  <a:srgbClr val="F1BE48"/>
                </a:solidFill>
              </a:rPr>
              <a:t>Duwe © ISU</a:t>
            </a:r>
          </a:p>
        </p:txBody>
      </p:sp>
      <p:sp>
        <p:nvSpPr>
          <p:cNvPr id="10" name="Footer Placeholder 4"/>
          <p:cNvSpPr txBox="1">
            <a:spLocks/>
          </p:cNvSpPr>
          <p:nvPr userDrawn="1"/>
        </p:nvSpPr>
        <p:spPr>
          <a:xfrm>
            <a:off x="3276600" y="4881564"/>
            <a:ext cx="28956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err="1">
                <a:solidFill>
                  <a:srgbClr val="F1BE48"/>
                </a:solidFill>
              </a:rPr>
              <a:t>CprE</a:t>
            </a:r>
            <a:r>
              <a:rPr lang="en-US" sz="900" dirty="0">
                <a:solidFill>
                  <a:srgbClr val="F1BE48"/>
                </a:solidFill>
              </a:rPr>
              <a:t> 381: Lab Week 4 VHDL</a:t>
            </a:r>
          </a:p>
        </p:txBody>
      </p:sp>
      <p:sp>
        <p:nvSpPr>
          <p:cNvPr id="11" name="Slide Number Placeholder 5"/>
          <p:cNvSpPr txBox="1">
            <a:spLocks/>
          </p:cNvSpPr>
          <p:nvPr userDrawn="1"/>
        </p:nvSpPr>
        <p:spPr>
          <a:xfrm>
            <a:off x="6705600" y="4881564"/>
            <a:ext cx="2133600" cy="273844"/>
          </a:xfrm>
          <a:prstGeom prst="rect">
            <a:avLst/>
          </a:prstGeom>
        </p:spPr>
        <p:txBody>
          <a:bodyPr vert="horz" lIns="68580" tIns="34290" rIns="68580" bIns="34290" rtlCol="0" anchor="ctr"/>
          <a:lstStyle>
            <a:defPPr>
              <a:defRPr lang="en-US"/>
            </a:defPPr>
            <a:lvl1pPr marL="0" marR="0" indent="0" algn="r"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B9D2238-A1CD-1744-8802-C58D73344F5F}" type="slidenum">
              <a:rPr lang="en-US" sz="900" smtClean="0">
                <a:solidFill>
                  <a:srgbClr val="F1BE48"/>
                </a:solidFill>
              </a:rPr>
              <a:pPr/>
              <a:t>‹#›</a:t>
            </a:fld>
            <a:endParaRPr lang="en-US" sz="900" dirty="0">
              <a:solidFill>
                <a:srgbClr val="F1BE48"/>
              </a:solidFill>
            </a:endParaRPr>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ight Triangle 7"/>
          <p:cNvSpPr/>
          <p:nvPr userDrawn="1"/>
        </p:nvSpPr>
        <p:spPr>
          <a:xfrm flipH="1" flipV="1">
            <a:off x="0" y="0"/>
            <a:ext cx="9144000" cy="5143500"/>
          </a:xfrm>
          <a:prstGeom prst="rtTriangle">
            <a:avLst/>
          </a:prstGeom>
          <a:solidFill>
            <a:srgbClr val="F1BE48"/>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Right Triangle 6"/>
          <p:cNvSpPr/>
          <p:nvPr userDrawn="1"/>
        </p:nvSpPr>
        <p:spPr>
          <a:xfrm>
            <a:off x="0" y="0"/>
            <a:ext cx="9144000" cy="5143500"/>
          </a:xfrm>
          <a:prstGeom prst="rtTriangl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a:xfrm>
            <a:off x="722316" y="3305176"/>
            <a:ext cx="5031361" cy="1462088"/>
          </a:xfrm>
        </p:spPr>
        <p:txBody>
          <a:bodyPr anchor="t"/>
          <a:lstStyle>
            <a:lvl1pPr algn="r">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753676" y="2180035"/>
            <a:ext cx="2741039" cy="1125140"/>
          </a:xfrm>
        </p:spPr>
        <p:txBody>
          <a:bodyPr anchor="b"/>
          <a:lstStyle>
            <a:lvl1pPr marL="0" indent="0">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1CAF6CD2-2A74-7F4F-9D02-823DFCA505E1}"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9D2238-A1CD-1744-8802-C58D73344F5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CAF6CD2-2A74-7F4F-9D02-823DFCA505E1}"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9D2238-A1CD-1744-8802-C58D73344F5F}" type="slidenum">
              <a:rPr lang="en-US" smtClean="0"/>
              <a:t>‹#›</a:t>
            </a:fld>
            <a:endParaRPr lang="en-US"/>
          </a:p>
        </p:txBody>
      </p:sp>
      <p:sp>
        <p:nvSpPr>
          <p:cNvPr id="8" name="Rectangle 7"/>
          <p:cNvSpPr/>
          <p:nvPr userDrawn="1"/>
        </p:nvSpPr>
        <p:spPr>
          <a:xfrm>
            <a:off x="0" y="4767262"/>
            <a:ext cx="9144000" cy="37623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Rectangle 8"/>
          <p:cNvSpPr/>
          <p:nvPr userDrawn="1"/>
        </p:nvSpPr>
        <p:spPr>
          <a:xfrm>
            <a:off x="0" y="4594624"/>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0" name="Date Placeholder 3"/>
          <p:cNvSpPr txBox="1">
            <a:spLocks/>
          </p:cNvSpPr>
          <p:nvPr userDrawn="1"/>
        </p:nvSpPr>
        <p:spPr>
          <a:xfrm>
            <a:off x="609600" y="4881564"/>
            <a:ext cx="2133600" cy="273844"/>
          </a:xfrm>
          <a:prstGeom prst="rect">
            <a:avLst/>
          </a:prstGeom>
        </p:spPr>
        <p:txBody>
          <a:bodyPr vert="horz" lIns="68580" tIns="34290" rIns="68580" bIns="34290" rtlCol="0" anchor="ctr"/>
          <a:lstStyle>
            <a:defPPr>
              <a:defRPr lang="en-US"/>
            </a:defPPr>
            <a:lvl1pPr marL="0" marR="0" indent="0" algn="l"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solidFill>
                  <a:srgbClr val="F1BE48"/>
                </a:solidFill>
              </a:rPr>
              <a:t>Duwe, Spring 2020 © ISU</a:t>
            </a:r>
          </a:p>
        </p:txBody>
      </p:sp>
      <p:sp>
        <p:nvSpPr>
          <p:cNvPr id="11" name="Footer Placeholder 4"/>
          <p:cNvSpPr txBox="1">
            <a:spLocks/>
          </p:cNvSpPr>
          <p:nvPr userDrawn="1"/>
        </p:nvSpPr>
        <p:spPr>
          <a:xfrm>
            <a:off x="3276600" y="4881564"/>
            <a:ext cx="28956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err="1">
                <a:solidFill>
                  <a:srgbClr val="F1BE48"/>
                </a:solidFill>
              </a:rPr>
              <a:t>CprE</a:t>
            </a:r>
            <a:r>
              <a:rPr lang="en-US" sz="900" dirty="0">
                <a:solidFill>
                  <a:srgbClr val="F1BE48"/>
                </a:solidFill>
              </a:rPr>
              <a:t> 381: Design Cycle &amp; Structured Pairing</a:t>
            </a:r>
          </a:p>
        </p:txBody>
      </p:sp>
      <p:sp>
        <p:nvSpPr>
          <p:cNvPr id="12" name="Slide Number Placeholder 5"/>
          <p:cNvSpPr txBox="1">
            <a:spLocks/>
          </p:cNvSpPr>
          <p:nvPr userDrawn="1"/>
        </p:nvSpPr>
        <p:spPr>
          <a:xfrm>
            <a:off x="6705600" y="4881564"/>
            <a:ext cx="2133600" cy="273844"/>
          </a:xfrm>
          <a:prstGeom prst="rect">
            <a:avLst/>
          </a:prstGeom>
        </p:spPr>
        <p:txBody>
          <a:bodyPr vert="horz" lIns="68580" tIns="34290" rIns="68580" bIns="34290" rtlCol="0" anchor="ctr"/>
          <a:lstStyle>
            <a:defPPr>
              <a:defRPr lang="en-US"/>
            </a:defPPr>
            <a:lvl1pPr marL="0" marR="0" indent="0" algn="r"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Lec01.</a:t>
            </a:r>
            <a:fld id="{4B9D2238-A1CD-1744-8802-C58D73344F5F}" type="slidenum">
              <a:rPr lang="en-US" sz="900" smtClean="0">
                <a:solidFill>
                  <a:srgbClr val="F1BE48"/>
                </a:solidFill>
              </a:rPr>
              <a:pPr/>
              <a:t>‹#›</a:t>
            </a:fld>
            <a:endParaRPr lang="en-US" sz="900" dirty="0">
              <a:solidFill>
                <a:srgbClr val="F1BE48"/>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CAF6CD2-2A74-7F4F-9D02-823DFCA505E1}" type="datetimeFigureOut">
              <a:rPr lang="en-US" smtClean="0"/>
              <a:t>9/21/2025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9D2238-A1CD-1744-8802-C58D73344F5F}" type="slidenum">
              <a:rPr lang="en-US" smtClean="0"/>
              <a:t>‹#›</a:t>
            </a:fld>
            <a:endParaRPr lang="en-US"/>
          </a:p>
        </p:txBody>
      </p:sp>
      <p:sp>
        <p:nvSpPr>
          <p:cNvPr id="10" name="Rectangle 9"/>
          <p:cNvSpPr/>
          <p:nvPr userDrawn="1"/>
        </p:nvSpPr>
        <p:spPr>
          <a:xfrm>
            <a:off x="0" y="4767262"/>
            <a:ext cx="9144000" cy="37623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Rectangle 10"/>
          <p:cNvSpPr/>
          <p:nvPr userDrawn="1"/>
        </p:nvSpPr>
        <p:spPr>
          <a:xfrm>
            <a:off x="0" y="4594624"/>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2" name="Date Placeholder 3"/>
          <p:cNvSpPr txBox="1">
            <a:spLocks/>
          </p:cNvSpPr>
          <p:nvPr userDrawn="1"/>
        </p:nvSpPr>
        <p:spPr>
          <a:xfrm>
            <a:off x="609600" y="4881564"/>
            <a:ext cx="2133600" cy="273844"/>
          </a:xfrm>
          <a:prstGeom prst="rect">
            <a:avLst/>
          </a:prstGeom>
        </p:spPr>
        <p:txBody>
          <a:bodyPr vert="horz" lIns="68580" tIns="34290" rIns="68580" bIns="34290" rtlCol="0" anchor="ctr"/>
          <a:lstStyle>
            <a:defPPr>
              <a:defRPr lang="en-US"/>
            </a:defPPr>
            <a:lvl1pPr marL="0" marR="0" indent="0" algn="l"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solidFill>
                  <a:srgbClr val="F1BE48"/>
                </a:solidFill>
              </a:rPr>
              <a:t>Duwe, Spring 2020 © ISU</a:t>
            </a:r>
          </a:p>
        </p:txBody>
      </p:sp>
      <p:sp>
        <p:nvSpPr>
          <p:cNvPr id="13" name="Footer Placeholder 4"/>
          <p:cNvSpPr txBox="1">
            <a:spLocks/>
          </p:cNvSpPr>
          <p:nvPr userDrawn="1"/>
        </p:nvSpPr>
        <p:spPr>
          <a:xfrm>
            <a:off x="3276600" y="4881564"/>
            <a:ext cx="28956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err="1">
                <a:solidFill>
                  <a:srgbClr val="F1BE48"/>
                </a:solidFill>
              </a:rPr>
              <a:t>CprE</a:t>
            </a:r>
            <a:r>
              <a:rPr lang="en-US" sz="900" dirty="0">
                <a:solidFill>
                  <a:srgbClr val="F1BE48"/>
                </a:solidFill>
              </a:rPr>
              <a:t> 381: Design Cycle &amp; Structured Pairing</a:t>
            </a:r>
          </a:p>
        </p:txBody>
      </p:sp>
      <p:sp>
        <p:nvSpPr>
          <p:cNvPr id="14" name="Slide Number Placeholder 5"/>
          <p:cNvSpPr txBox="1">
            <a:spLocks/>
          </p:cNvSpPr>
          <p:nvPr userDrawn="1"/>
        </p:nvSpPr>
        <p:spPr>
          <a:xfrm>
            <a:off x="6705600" y="4881564"/>
            <a:ext cx="2133600" cy="273844"/>
          </a:xfrm>
          <a:prstGeom prst="rect">
            <a:avLst/>
          </a:prstGeom>
        </p:spPr>
        <p:txBody>
          <a:bodyPr vert="horz" lIns="68580" tIns="34290" rIns="68580" bIns="34290" rtlCol="0" anchor="ctr"/>
          <a:lstStyle>
            <a:defPPr>
              <a:defRPr lang="en-US"/>
            </a:defPPr>
            <a:lvl1pPr marL="0" marR="0" indent="0" algn="r"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Lec01.</a:t>
            </a:r>
            <a:fld id="{4B9D2238-A1CD-1744-8802-C58D73344F5F}" type="slidenum">
              <a:rPr lang="en-US" sz="900" smtClean="0">
                <a:solidFill>
                  <a:srgbClr val="F1BE48"/>
                </a:solidFill>
              </a:rPr>
              <a:pPr/>
              <a:t>‹#›</a:t>
            </a:fld>
            <a:endParaRPr lang="en-US" sz="900" dirty="0">
              <a:solidFill>
                <a:srgbClr val="F1BE48"/>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CAF6CD2-2A74-7F4F-9D02-823DFCA505E1}" type="datetimeFigureOut">
              <a:rPr lang="en-US" smtClean="0"/>
              <a:t>9/21/2025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9D2238-A1CD-1744-8802-C58D73344F5F}" type="slidenum">
              <a:rPr lang="en-US" smtClean="0"/>
              <a:t>‹#›</a:t>
            </a:fld>
            <a:endParaRPr lang="en-US"/>
          </a:p>
        </p:txBody>
      </p:sp>
      <p:cxnSp>
        <p:nvCxnSpPr>
          <p:cNvPr id="12" name="Straight Connector 11"/>
          <p:cNvCxnSpPr/>
          <p:nvPr userDrawn="1"/>
        </p:nvCxnSpPr>
        <p:spPr>
          <a:xfrm>
            <a:off x="0" y="1063229"/>
            <a:ext cx="9144000" cy="1191"/>
          </a:xfrm>
          <a:prstGeom prst="line">
            <a:avLst/>
          </a:prstGeom>
          <a:ln w="101600" cap="flat" cmpd="sng" algn="ctr">
            <a:solidFill>
              <a:srgbClr val="C8102E"/>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6067" y="1167811"/>
            <a:ext cx="9160067" cy="1191"/>
          </a:xfrm>
          <a:prstGeom prst="line">
            <a:avLst/>
          </a:prstGeom>
          <a:ln w="50800" cap="flat" cmpd="sng" algn="ctr">
            <a:solidFill>
              <a:srgbClr val="F1BE48"/>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AF6CD2-2A74-7F4F-9D02-823DFCA505E1}" type="datetimeFigureOut">
              <a:rPr lang="en-US" smtClean="0"/>
              <a:t>9/21/2025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9D2238-A1CD-1744-8802-C58D73344F5F}" type="slidenum">
              <a:rPr lang="en-US" smtClean="0"/>
              <a:t>‹#›</a:t>
            </a:fld>
            <a:endParaRPr lang="en-US"/>
          </a:p>
        </p:txBody>
      </p:sp>
      <p:sp>
        <p:nvSpPr>
          <p:cNvPr id="5" name="Rectangle 4"/>
          <p:cNvSpPr/>
          <p:nvPr userDrawn="1"/>
        </p:nvSpPr>
        <p:spPr>
          <a:xfrm>
            <a:off x="0" y="4767262"/>
            <a:ext cx="9144000" cy="37623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6" name="Rectangle 5"/>
          <p:cNvSpPr/>
          <p:nvPr userDrawn="1"/>
        </p:nvSpPr>
        <p:spPr>
          <a:xfrm>
            <a:off x="0" y="4594624"/>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Date Placeholder 3"/>
          <p:cNvSpPr txBox="1">
            <a:spLocks/>
          </p:cNvSpPr>
          <p:nvPr userDrawn="1"/>
        </p:nvSpPr>
        <p:spPr>
          <a:xfrm>
            <a:off x="609600" y="4881564"/>
            <a:ext cx="2133600" cy="273844"/>
          </a:xfrm>
          <a:prstGeom prst="rect">
            <a:avLst/>
          </a:prstGeom>
        </p:spPr>
        <p:txBody>
          <a:bodyPr vert="horz" lIns="68580" tIns="34290" rIns="68580" bIns="34290" rtlCol="0" anchor="ctr"/>
          <a:lstStyle>
            <a:defPPr>
              <a:defRPr lang="en-US"/>
            </a:defPPr>
            <a:lvl1pPr marL="0" marR="0" indent="0" algn="l"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Duwe, Spring 2018 © ISU</a:t>
            </a:r>
            <a:endParaRPr lang="en-US" sz="900" dirty="0">
              <a:solidFill>
                <a:srgbClr val="F1BE48"/>
              </a:solidFill>
            </a:endParaRPr>
          </a:p>
        </p:txBody>
      </p:sp>
      <p:sp>
        <p:nvSpPr>
          <p:cNvPr id="8" name="Footer Placeholder 4"/>
          <p:cNvSpPr txBox="1">
            <a:spLocks/>
          </p:cNvSpPr>
          <p:nvPr userDrawn="1"/>
        </p:nvSpPr>
        <p:spPr>
          <a:xfrm>
            <a:off x="3276600" y="4881564"/>
            <a:ext cx="28956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CprE 381: Intro &amp; Syllabus</a:t>
            </a:r>
            <a:endParaRPr lang="en-US" sz="900" dirty="0">
              <a:solidFill>
                <a:srgbClr val="F1BE48"/>
              </a:solidFill>
            </a:endParaRPr>
          </a:p>
        </p:txBody>
      </p:sp>
      <p:sp>
        <p:nvSpPr>
          <p:cNvPr id="9" name="Slide Number Placeholder 5"/>
          <p:cNvSpPr txBox="1">
            <a:spLocks/>
          </p:cNvSpPr>
          <p:nvPr userDrawn="1"/>
        </p:nvSpPr>
        <p:spPr>
          <a:xfrm>
            <a:off x="6705600" y="4881564"/>
            <a:ext cx="2133600" cy="273844"/>
          </a:xfrm>
          <a:prstGeom prst="rect">
            <a:avLst/>
          </a:prstGeom>
        </p:spPr>
        <p:txBody>
          <a:bodyPr vert="horz" lIns="68580" tIns="34290" rIns="68580" bIns="34290" rtlCol="0" anchor="ctr"/>
          <a:lstStyle>
            <a:defPPr>
              <a:defRPr lang="en-US"/>
            </a:defPPr>
            <a:lvl1pPr marL="0" marR="0" indent="0" algn="r"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Lec01.</a:t>
            </a:r>
            <a:fld id="{4B9D2238-A1CD-1744-8802-C58D73344F5F}" type="slidenum">
              <a:rPr lang="en-US" sz="900" smtClean="0">
                <a:solidFill>
                  <a:srgbClr val="F1BE48"/>
                </a:solidFill>
              </a:rPr>
              <a:pPr/>
              <a:t>‹#›</a:t>
            </a:fld>
            <a:endParaRPr lang="en-US" sz="900" dirty="0">
              <a:solidFill>
                <a:srgbClr val="F1BE48"/>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CAF6CD2-2A74-7F4F-9D02-823DFCA505E1}"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9D2238-A1CD-1744-8802-C58D73344F5F}" type="slidenum">
              <a:rPr lang="en-US" smtClean="0"/>
              <a:t>‹#›</a:t>
            </a:fld>
            <a:endParaRPr lang="en-US"/>
          </a:p>
        </p:txBody>
      </p:sp>
      <p:sp>
        <p:nvSpPr>
          <p:cNvPr id="8" name="Rectangle 7"/>
          <p:cNvSpPr/>
          <p:nvPr userDrawn="1"/>
        </p:nvSpPr>
        <p:spPr>
          <a:xfrm rot="16200000">
            <a:off x="-2320925" y="2320925"/>
            <a:ext cx="5143500" cy="50165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Rectangle 8"/>
          <p:cNvSpPr/>
          <p:nvPr userDrawn="1"/>
        </p:nvSpPr>
        <p:spPr>
          <a:xfrm>
            <a:off x="-1" y="4970860"/>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CAF6CD2-2A74-7F4F-9D02-823DFCA505E1}" type="datetimeFigureOut">
              <a:rPr lang="en-US" smtClean="0"/>
              <a:t>9/21/2025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9D2238-A1CD-1744-8802-C58D73344F5F}" type="slidenum">
              <a:rPr lang="en-US" smtClean="0"/>
              <a:t>‹#›</a:t>
            </a:fld>
            <a:endParaRPr lang="en-US"/>
          </a:p>
        </p:txBody>
      </p:sp>
      <p:sp>
        <p:nvSpPr>
          <p:cNvPr id="9" name="Rectangle 8"/>
          <p:cNvSpPr/>
          <p:nvPr userDrawn="1"/>
        </p:nvSpPr>
        <p:spPr>
          <a:xfrm rot="16200000">
            <a:off x="-2320925" y="2320925"/>
            <a:ext cx="5143500" cy="50165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0" name="Rectangle 9"/>
          <p:cNvSpPr/>
          <p:nvPr userDrawn="1"/>
        </p:nvSpPr>
        <p:spPr>
          <a:xfrm rot="16200000">
            <a:off x="-1955003" y="2456657"/>
            <a:ext cx="5143501" cy="230189"/>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F6CD2-2A74-7F4F-9D02-823DFCA505E1}"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9D2238-A1CD-1744-8802-C58D73344F5F}" type="slidenum">
              <a:rPr lang="en-US" smtClean="0"/>
              <a:t>‹#›</a:t>
            </a:fld>
            <a:endParaRPr lang="en-US"/>
          </a:p>
        </p:txBody>
      </p:sp>
      <p:sp>
        <p:nvSpPr>
          <p:cNvPr id="7" name="Rectangle 6"/>
          <p:cNvSpPr/>
          <p:nvPr userDrawn="1"/>
        </p:nvSpPr>
        <p:spPr>
          <a:xfrm>
            <a:off x="0" y="4594624"/>
            <a:ext cx="9144000" cy="172640"/>
          </a:xfrm>
          <a:prstGeom prst="rect">
            <a:avLst/>
          </a:prstGeom>
          <a:solidFill>
            <a:srgbClr val="F1B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 name="Rectangle 7"/>
          <p:cNvSpPr/>
          <p:nvPr userDrawn="1"/>
        </p:nvSpPr>
        <p:spPr>
          <a:xfrm>
            <a:off x="0" y="4767262"/>
            <a:ext cx="9144000" cy="37623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Date Placeholder 3"/>
          <p:cNvSpPr txBox="1">
            <a:spLocks/>
          </p:cNvSpPr>
          <p:nvPr userDrawn="1"/>
        </p:nvSpPr>
        <p:spPr>
          <a:xfrm>
            <a:off x="609600" y="4881564"/>
            <a:ext cx="2133600" cy="273844"/>
          </a:xfrm>
          <a:prstGeom prst="rect">
            <a:avLst/>
          </a:prstGeom>
        </p:spPr>
        <p:txBody>
          <a:bodyPr vert="horz" lIns="68580" tIns="34290" rIns="68580" bIns="34290" rtlCol="0" anchor="ctr"/>
          <a:lstStyle>
            <a:defPPr>
              <a:defRPr lang="en-US"/>
            </a:defPPr>
            <a:lvl1pPr marL="0" marR="0" indent="0" algn="l"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solidFill>
                  <a:srgbClr val="F1BE48"/>
                </a:solidFill>
              </a:rPr>
              <a:t>Duwe, Spring 2020 © ISU</a:t>
            </a:r>
          </a:p>
        </p:txBody>
      </p:sp>
      <p:sp>
        <p:nvSpPr>
          <p:cNvPr id="10" name="Footer Placeholder 4"/>
          <p:cNvSpPr txBox="1">
            <a:spLocks/>
          </p:cNvSpPr>
          <p:nvPr userDrawn="1"/>
        </p:nvSpPr>
        <p:spPr>
          <a:xfrm>
            <a:off x="3276600" y="4881564"/>
            <a:ext cx="2895600" cy="273844"/>
          </a:xfrm>
          <a:prstGeom prst="rect">
            <a:avLst/>
          </a:prstGeom>
        </p:spPr>
        <p:txBody>
          <a:bodyPr vert="horz" lIns="68580" tIns="34290" rIns="68580" bIns="3429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err="1">
                <a:solidFill>
                  <a:srgbClr val="F1BE48"/>
                </a:solidFill>
              </a:rPr>
              <a:t>CprE</a:t>
            </a:r>
            <a:r>
              <a:rPr lang="en-US" sz="900" dirty="0">
                <a:solidFill>
                  <a:srgbClr val="F1BE48"/>
                </a:solidFill>
              </a:rPr>
              <a:t> 381: Design Cycle &amp; Structured Pairing</a:t>
            </a:r>
          </a:p>
        </p:txBody>
      </p:sp>
      <p:sp>
        <p:nvSpPr>
          <p:cNvPr id="11" name="Slide Number Placeholder 5"/>
          <p:cNvSpPr txBox="1">
            <a:spLocks/>
          </p:cNvSpPr>
          <p:nvPr userDrawn="1"/>
        </p:nvSpPr>
        <p:spPr>
          <a:xfrm>
            <a:off x="6705600" y="4881564"/>
            <a:ext cx="2133600" cy="273844"/>
          </a:xfrm>
          <a:prstGeom prst="rect">
            <a:avLst/>
          </a:prstGeom>
        </p:spPr>
        <p:txBody>
          <a:bodyPr vert="horz" lIns="68580" tIns="34290" rIns="68580" bIns="34290" rtlCol="0" anchor="ctr"/>
          <a:lstStyle>
            <a:defPPr>
              <a:defRPr lang="en-US"/>
            </a:defPPr>
            <a:lvl1pPr marL="0" marR="0" indent="0" algn="r" defTabSz="457200" rtl="0" eaLnBrk="1" fontAlgn="auto" latinLnBrk="0" hangingPunct="1">
              <a:lnSpc>
                <a:spcPct val="100000"/>
              </a:lnSpc>
              <a:spcBef>
                <a:spcPts val="0"/>
              </a:spcBef>
              <a:spcAft>
                <a:spcPts val="0"/>
              </a:spcAft>
              <a:buClrTx/>
              <a:buSzTx/>
              <a:buFontTx/>
              <a:buNone/>
              <a:tabLst/>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a:solidFill>
                  <a:srgbClr val="F1BE48"/>
                </a:solidFill>
              </a:rPr>
              <a:t>Lec01.</a:t>
            </a:r>
            <a:fld id="{4B9D2238-A1CD-1744-8802-C58D73344F5F}" type="slidenum">
              <a:rPr lang="en-US" sz="900" smtClean="0">
                <a:solidFill>
                  <a:srgbClr val="F1BE48"/>
                </a:solidFill>
              </a:rPr>
              <a:pPr/>
              <a:t>‹#›</a:t>
            </a:fld>
            <a:endParaRPr lang="en-US" sz="900" dirty="0">
              <a:solidFill>
                <a:srgbClr val="F1BE48"/>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AF6CD2-2A74-7F4F-9D02-823DFCA505E1}" type="datetimeFigureOut">
              <a:rPr lang="en-US" smtClean="0"/>
              <a:t>9/21/2025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9D2238-A1CD-1744-8802-C58D73344F5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marL="0" marR="0" indent="0" algn="l" defTabSz="342900" rtl="0" eaLnBrk="1" fontAlgn="auto" latinLnBrk="0" hangingPunct="1">
              <a:lnSpc>
                <a:spcPct val="100000"/>
              </a:lnSpc>
              <a:spcBef>
                <a:spcPts val="0"/>
              </a:spcBef>
              <a:spcAft>
                <a:spcPts val="0"/>
              </a:spcAft>
              <a:buClrTx/>
              <a:buSzTx/>
              <a:buFontTx/>
              <a:buNone/>
              <a:tabLst/>
              <a:defRPr sz="900">
                <a:solidFill>
                  <a:schemeClr val="tx1">
                    <a:tint val="75000"/>
                  </a:schemeClr>
                </a:solidFill>
              </a:defRPr>
            </a:lvl1pPr>
          </a:lstStyle>
          <a:p>
            <a:r>
              <a:rPr lang="en-US" dirty="0"/>
              <a:t>Duwe, Spring 2020 © ISU</a:t>
            </a:r>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lang="en-US" sz="900" kern="1200" dirty="0" err="1" smtClean="0">
                <a:solidFill>
                  <a:schemeClr val="tx1">
                    <a:tint val="75000"/>
                  </a:schemeClr>
                </a:solidFill>
                <a:latin typeface="+mn-lt"/>
                <a:ea typeface="+mn-ea"/>
                <a:cs typeface="+mn-cs"/>
              </a:defRPr>
            </a:lvl1pPr>
          </a:lstStyle>
          <a:p>
            <a:r>
              <a:rPr lang="en-US" dirty="0" err="1"/>
              <a:t>CprE</a:t>
            </a:r>
            <a:r>
              <a:rPr lang="en-US" dirty="0"/>
              <a:t> 381: Design Cycle &amp; Structured Pairing</a:t>
            </a: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marL="0" marR="0" indent="0" algn="r" defTabSz="342900" rtl="0" eaLnBrk="1" fontAlgn="auto" latinLnBrk="0" hangingPunct="1">
              <a:lnSpc>
                <a:spcPct val="100000"/>
              </a:lnSpc>
              <a:spcBef>
                <a:spcPts val="0"/>
              </a:spcBef>
              <a:spcAft>
                <a:spcPts val="0"/>
              </a:spcAft>
              <a:buClrTx/>
              <a:buSzTx/>
              <a:buFontTx/>
              <a:buNone/>
              <a:tabLst/>
              <a:defRPr sz="900">
                <a:solidFill>
                  <a:schemeClr val="tx1">
                    <a:tint val="75000"/>
                  </a:schemeClr>
                </a:solidFill>
              </a:defRPr>
            </a:lvl1pPr>
          </a:lstStyle>
          <a:p>
            <a:r>
              <a:rPr lang="en-US" dirty="0"/>
              <a:t>Lec01.1.</a:t>
            </a:r>
            <a:fld id="{4B9D2238-A1CD-1744-8802-C58D73344F5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b="1" i="0" kern="1200">
          <a:solidFill>
            <a:schemeClr val="tx1"/>
          </a:solidFill>
          <a:latin typeface="Arial"/>
          <a:ea typeface="+mj-ea"/>
          <a:cs typeface="Arial"/>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886524"/>
            <a:ext cx="5829300" cy="1813816"/>
          </a:xfrm>
        </p:spPr>
        <p:txBody>
          <a:bodyPr>
            <a:normAutofit/>
          </a:bodyPr>
          <a:lstStyle/>
          <a:p>
            <a:r>
              <a:rPr lang="en-US" dirty="0" err="1"/>
              <a:t>CprE</a:t>
            </a:r>
            <a:r>
              <a:rPr lang="en-US" dirty="0"/>
              <a:t> 381: Computer Organization and Assembly Level Programming</a:t>
            </a:r>
          </a:p>
        </p:txBody>
      </p:sp>
      <p:sp>
        <p:nvSpPr>
          <p:cNvPr id="3" name="Subtitle 2"/>
          <p:cNvSpPr>
            <a:spLocks noGrp="1"/>
          </p:cNvSpPr>
          <p:nvPr>
            <p:ph type="subTitle" idx="1"/>
          </p:nvPr>
        </p:nvSpPr>
        <p:spPr>
          <a:xfrm>
            <a:off x="2171700" y="3684084"/>
            <a:ext cx="4800600" cy="1314450"/>
          </a:xfrm>
        </p:spPr>
        <p:txBody>
          <a:bodyPr>
            <a:normAutofit/>
          </a:bodyPr>
          <a:lstStyle/>
          <a:p>
            <a:r>
              <a:rPr lang="en-US" sz="1800" dirty="0"/>
              <a:t>Henry Duwe</a:t>
            </a:r>
          </a:p>
          <a:p>
            <a:r>
              <a:rPr lang="en-US" sz="1800" dirty="0"/>
              <a:t>Electrical and Computer Engineering</a:t>
            </a:r>
          </a:p>
          <a:p>
            <a:r>
              <a:rPr lang="en-US" sz="1800" dirty="0"/>
              <a:t>Iowa State University</a:t>
            </a:r>
          </a:p>
        </p:txBody>
      </p:sp>
      <p:sp>
        <p:nvSpPr>
          <p:cNvPr id="5" name="Subtitle 2">
            <a:extLst>
              <a:ext uri="{FF2B5EF4-FFF2-40B4-BE49-F238E27FC236}">
                <a16:creationId xmlns:a16="http://schemas.microsoft.com/office/drawing/2014/main" id="{862610FD-480C-4949-982D-73671BC359B0}"/>
              </a:ext>
            </a:extLst>
          </p:cNvPr>
          <p:cNvSpPr txBox="1">
            <a:spLocks/>
          </p:cNvSpPr>
          <p:nvPr/>
        </p:nvSpPr>
        <p:spPr>
          <a:xfrm>
            <a:off x="2171700" y="2997022"/>
            <a:ext cx="4800600" cy="390380"/>
          </a:xfrm>
          <a:prstGeom prst="rect">
            <a:avLst/>
          </a:prstGeom>
        </p:spPr>
        <p:txBody>
          <a:bodyPr vert="horz" lIns="68580" tIns="34290" rIns="68580" bIns="34290" rtlCol="0">
            <a:normAutofit/>
          </a:bodyPr>
          <a:lstStyle>
            <a:lvl1pPr marL="0" indent="0" algn="ctr" defTabSz="457200" rtl="0" eaLnBrk="1" latinLnBrk="0" hangingPunct="1">
              <a:spcBef>
                <a:spcPct val="20000"/>
              </a:spcBef>
              <a:buFont typeface="Arial"/>
              <a:buNone/>
              <a:defRPr sz="3200" kern="1200">
                <a:solidFill>
                  <a:schemeClr val="tx1"/>
                </a:solidFill>
                <a:latin typeface="Arial"/>
                <a:ea typeface="+mn-ea"/>
                <a:cs typeface="Arial"/>
              </a:defRPr>
            </a:lvl1pPr>
            <a:lvl2pPr marL="457200" indent="0" algn="ctr" defTabSz="457200" rtl="0" eaLnBrk="1" latinLnBrk="0" hangingPunct="1">
              <a:spcBef>
                <a:spcPct val="20000"/>
              </a:spcBef>
              <a:buFont typeface="Arial"/>
              <a:buNone/>
              <a:defRPr sz="28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800" dirty="0"/>
              <a:t>Lab Week 4 VHDL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 Modeling Memory in VHDL</a:t>
            </a:r>
          </a:p>
        </p:txBody>
      </p:sp>
      <p:pic>
        <p:nvPicPr>
          <p:cNvPr id="5" name="Content Placeholder 4">
            <a:extLst>
              <a:ext uri="{FF2B5EF4-FFF2-40B4-BE49-F238E27FC236}">
                <a16:creationId xmlns:a16="http://schemas.microsoft.com/office/drawing/2014/main" id="{3175D21B-43AF-63D2-7AF1-049BD5624674}"/>
              </a:ext>
            </a:extLst>
          </p:cNvPr>
          <p:cNvPicPr>
            <a:picLocks noGrp="1" noChangeAspect="1"/>
          </p:cNvPicPr>
          <p:nvPr>
            <p:ph idx="1"/>
          </p:nvPr>
        </p:nvPicPr>
        <p:blipFill>
          <a:blip r:embed="rId3"/>
          <a:stretch>
            <a:fillRect/>
          </a:stretch>
        </p:blipFill>
        <p:spPr>
          <a:xfrm>
            <a:off x="136451" y="537730"/>
            <a:ext cx="5281082" cy="3960812"/>
          </a:xfrm>
        </p:spPr>
      </p:pic>
      <p:pic>
        <p:nvPicPr>
          <p:cNvPr id="1025" name="Picture 1" descr="page52image50211712">
            <a:extLst>
              <a:ext uri="{FF2B5EF4-FFF2-40B4-BE49-F238E27FC236}">
                <a16:creationId xmlns:a16="http://schemas.microsoft.com/office/drawing/2014/main" id="{23709356-B92D-8942-8C54-8210CB0CA4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7C93581C-34A7-7F48-A22A-8057BC7625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7C908890-14D6-6F40-8B16-23E5DE16F5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A4103C29-068F-3F4E-9B16-DF21A0B3CC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7C1B01EE-9D90-834D-8317-5B2B84CDAD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F3A3E926-1BA6-7C4A-814A-B22E751460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F4FC9A75-C64E-C247-9838-5A85FF7B6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009AC94-AD96-4F45-9D21-8611CF31DE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DDDD4F77-5721-3444-965D-ADADA8A894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534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D2884-ED9D-C498-4C42-0688D541E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6D1D1-53C7-A5A9-99D5-BCB74A3486F8}"/>
              </a:ext>
            </a:extLst>
          </p:cNvPr>
          <p:cNvSpPr>
            <a:spLocks noGrp="1"/>
          </p:cNvSpPr>
          <p:nvPr>
            <p:ph type="title"/>
          </p:nvPr>
        </p:nvSpPr>
        <p:spPr/>
        <p:txBody>
          <a:bodyPr>
            <a:normAutofit fontScale="90000"/>
          </a:bodyPr>
          <a:lstStyle/>
          <a:p>
            <a:pPr algn="l"/>
            <a:r>
              <a:rPr lang="en-US" dirty="0"/>
              <a:t> Modeling Memory in VHDL</a:t>
            </a:r>
          </a:p>
        </p:txBody>
      </p:sp>
      <p:pic>
        <p:nvPicPr>
          <p:cNvPr id="5" name="Content Placeholder 4">
            <a:extLst>
              <a:ext uri="{FF2B5EF4-FFF2-40B4-BE49-F238E27FC236}">
                <a16:creationId xmlns:a16="http://schemas.microsoft.com/office/drawing/2014/main" id="{54405124-ECF8-8697-E9DF-6B919FFD1248}"/>
              </a:ext>
            </a:extLst>
          </p:cNvPr>
          <p:cNvPicPr>
            <a:picLocks noGrp="1" noChangeAspect="1"/>
          </p:cNvPicPr>
          <p:nvPr>
            <p:ph idx="1"/>
          </p:nvPr>
        </p:nvPicPr>
        <p:blipFill>
          <a:blip r:embed="rId3"/>
          <a:stretch>
            <a:fillRect/>
          </a:stretch>
        </p:blipFill>
        <p:spPr>
          <a:xfrm>
            <a:off x="136451" y="537730"/>
            <a:ext cx="5281082" cy="3960812"/>
          </a:xfrm>
        </p:spPr>
      </p:pic>
      <p:pic>
        <p:nvPicPr>
          <p:cNvPr id="1025" name="Picture 1" descr="page52image50211712">
            <a:extLst>
              <a:ext uri="{FF2B5EF4-FFF2-40B4-BE49-F238E27FC236}">
                <a16:creationId xmlns:a16="http://schemas.microsoft.com/office/drawing/2014/main" id="{F8E7E847-62BD-2093-30E9-88F538B2F1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AA6A68FC-C832-7DDE-4FC9-804185E163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5B185BFF-9A96-27A4-89EF-93B0930303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192329E2-62F3-A221-73F8-B608C7FFA5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62184650-B8E8-792E-9C22-5DCAAC0CA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3EB3ECB6-996E-D315-C508-CF762DFB12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44B293CF-4D14-BDB1-377A-1F3004FB8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5DEF8FC3-358D-1F5D-6071-33184B6F7D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1F4FB497-435D-A7AF-7820-33B1D46F8D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D231D4AB-CB28-42F4-9D55-D75DCAF3865A}"/>
              </a:ext>
            </a:extLst>
          </p:cNvPr>
          <p:cNvSpPr/>
          <p:nvPr/>
        </p:nvSpPr>
        <p:spPr>
          <a:xfrm>
            <a:off x="256320" y="847800"/>
            <a:ext cx="4572000" cy="548640"/>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19" name="Rectángulo 18">
            <a:extLst>
              <a:ext uri="{FF2B5EF4-FFF2-40B4-BE49-F238E27FC236}">
                <a16:creationId xmlns:a16="http://schemas.microsoft.com/office/drawing/2014/main" id="{4A96D055-42A3-4487-9FBD-7231B0663151}"/>
              </a:ext>
            </a:extLst>
          </p:cNvPr>
          <p:cNvSpPr/>
          <p:nvPr/>
        </p:nvSpPr>
        <p:spPr>
          <a:xfrm>
            <a:off x="443520" y="1787400"/>
            <a:ext cx="2011680" cy="365760"/>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9" name="Conector recto 8">
            <a:extLst>
              <a:ext uri="{FF2B5EF4-FFF2-40B4-BE49-F238E27FC236}">
                <a16:creationId xmlns:a16="http://schemas.microsoft.com/office/drawing/2014/main" id="{5C977ED6-712D-4662-84BE-56548931279E}"/>
              </a:ext>
            </a:extLst>
          </p:cNvPr>
          <p:cNvSpPr/>
          <p:nvPr/>
        </p:nvSpPr>
        <p:spPr>
          <a:xfrm rot="10800000">
            <a:off x="4828320" y="1131277"/>
            <a:ext cx="1108023" cy="0"/>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8" name="Content Placeholder 2">
            <a:extLst>
              <a:ext uri="{FF2B5EF4-FFF2-40B4-BE49-F238E27FC236}">
                <a16:creationId xmlns:a16="http://schemas.microsoft.com/office/drawing/2014/main" id="{6CB17B92-7869-E12D-311E-AC254A3A2DF6}"/>
              </a:ext>
            </a:extLst>
          </p:cNvPr>
          <p:cNvSpPr txBox="1">
            <a:spLocks/>
          </p:cNvSpPr>
          <p:nvPr/>
        </p:nvSpPr>
        <p:spPr>
          <a:xfrm>
            <a:off x="6001657" y="967430"/>
            <a:ext cx="2554515" cy="30938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Defining data type</a:t>
            </a:r>
          </a:p>
        </p:txBody>
      </p:sp>
      <p:sp>
        <p:nvSpPr>
          <p:cNvPr id="10" name="Conector recto 8">
            <a:extLst>
              <a:ext uri="{FF2B5EF4-FFF2-40B4-BE49-F238E27FC236}">
                <a16:creationId xmlns:a16="http://schemas.microsoft.com/office/drawing/2014/main" id="{42437E0A-F076-FBDD-95DF-1EA75574DB3D}"/>
              </a:ext>
            </a:extLst>
          </p:cNvPr>
          <p:cNvSpPr/>
          <p:nvPr/>
        </p:nvSpPr>
        <p:spPr>
          <a:xfrm rot="10800000">
            <a:off x="2455199" y="1970280"/>
            <a:ext cx="3481143" cy="182880"/>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1" name="Content Placeholder 2">
            <a:extLst>
              <a:ext uri="{FF2B5EF4-FFF2-40B4-BE49-F238E27FC236}">
                <a16:creationId xmlns:a16="http://schemas.microsoft.com/office/drawing/2014/main" id="{9C81375F-C803-C9B8-A40A-96DE31995AF3}"/>
              </a:ext>
            </a:extLst>
          </p:cNvPr>
          <p:cNvSpPr txBox="1">
            <a:spLocks/>
          </p:cNvSpPr>
          <p:nvPr/>
        </p:nvSpPr>
        <p:spPr>
          <a:xfrm>
            <a:off x="5936343" y="2002175"/>
            <a:ext cx="2554515" cy="30938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Instantiation</a:t>
            </a:r>
          </a:p>
        </p:txBody>
      </p:sp>
    </p:spTree>
    <p:extLst>
      <p:ext uri="{BB962C8B-B14F-4D97-AF65-F5344CB8AC3E}">
        <p14:creationId xmlns:p14="http://schemas.microsoft.com/office/powerpoint/2010/main" val="3377199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B9020-3C57-51B9-7C76-6441B2210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21B5C-1A3C-02F4-490A-098B3A35ED26}"/>
              </a:ext>
            </a:extLst>
          </p:cNvPr>
          <p:cNvSpPr>
            <a:spLocks noGrp="1"/>
          </p:cNvSpPr>
          <p:nvPr>
            <p:ph type="title"/>
          </p:nvPr>
        </p:nvSpPr>
        <p:spPr/>
        <p:txBody>
          <a:bodyPr>
            <a:normAutofit fontScale="90000"/>
          </a:bodyPr>
          <a:lstStyle/>
          <a:p>
            <a:pPr algn="l"/>
            <a:r>
              <a:rPr lang="en-US" dirty="0"/>
              <a:t> Modeling Memory in VHDL</a:t>
            </a:r>
          </a:p>
        </p:txBody>
      </p:sp>
      <p:pic>
        <p:nvPicPr>
          <p:cNvPr id="5" name="Content Placeholder 4">
            <a:extLst>
              <a:ext uri="{FF2B5EF4-FFF2-40B4-BE49-F238E27FC236}">
                <a16:creationId xmlns:a16="http://schemas.microsoft.com/office/drawing/2014/main" id="{0A27072C-3633-3D07-BF9E-DA21B7C1AF21}"/>
              </a:ext>
            </a:extLst>
          </p:cNvPr>
          <p:cNvPicPr>
            <a:picLocks noGrp="1" noChangeAspect="1"/>
          </p:cNvPicPr>
          <p:nvPr>
            <p:ph idx="1"/>
          </p:nvPr>
        </p:nvPicPr>
        <p:blipFill>
          <a:blip r:embed="rId3"/>
          <a:stretch>
            <a:fillRect/>
          </a:stretch>
        </p:blipFill>
        <p:spPr>
          <a:xfrm>
            <a:off x="136451" y="537730"/>
            <a:ext cx="5281082" cy="3960812"/>
          </a:xfrm>
        </p:spPr>
      </p:pic>
      <p:pic>
        <p:nvPicPr>
          <p:cNvPr id="1025" name="Picture 1" descr="page52image50211712">
            <a:extLst>
              <a:ext uri="{FF2B5EF4-FFF2-40B4-BE49-F238E27FC236}">
                <a16:creationId xmlns:a16="http://schemas.microsoft.com/office/drawing/2014/main" id="{2CC13F19-4513-81B2-CFA6-764DD55099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93A9F8D5-B354-2376-CB39-25625F7486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EEF80ABA-DEA5-A8C8-FF47-13E71D4F21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07A93C26-88F9-53F7-7B9E-22A5DEA9B5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FA39F86C-5527-66E6-C991-B6FD66CE19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A4ED9D6C-38C2-337E-8693-025DCD3FDB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F388542C-89BE-4582-1AA9-A64855A197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202A4BB-E69C-BF68-6773-82744F2547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AADCAD49-ADC4-D1D3-46BD-AC05C33F7D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4A533210-0E03-4D1C-B0B2-BD5777C9B422}"/>
              </a:ext>
            </a:extLst>
          </p:cNvPr>
          <p:cNvSpPr/>
          <p:nvPr/>
        </p:nvSpPr>
        <p:spPr>
          <a:xfrm>
            <a:off x="407520" y="2525400"/>
            <a:ext cx="3474720" cy="1280160"/>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19" name="Rectángulo 18">
            <a:extLst>
              <a:ext uri="{FF2B5EF4-FFF2-40B4-BE49-F238E27FC236}">
                <a16:creationId xmlns:a16="http://schemas.microsoft.com/office/drawing/2014/main" id="{E774E890-CF8F-41A0-B815-356D54D35662}"/>
              </a:ext>
            </a:extLst>
          </p:cNvPr>
          <p:cNvSpPr/>
          <p:nvPr/>
        </p:nvSpPr>
        <p:spPr>
          <a:xfrm>
            <a:off x="544286" y="3900960"/>
            <a:ext cx="2588074" cy="365760"/>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8" name="Conector recto 8">
            <a:extLst>
              <a:ext uri="{FF2B5EF4-FFF2-40B4-BE49-F238E27FC236}">
                <a16:creationId xmlns:a16="http://schemas.microsoft.com/office/drawing/2014/main" id="{5DC75BAE-32B3-F39F-D1B3-B3C7B58CD9A2}"/>
              </a:ext>
            </a:extLst>
          </p:cNvPr>
          <p:cNvSpPr/>
          <p:nvPr/>
        </p:nvSpPr>
        <p:spPr>
          <a:xfrm rot="10800000">
            <a:off x="3882239" y="3105219"/>
            <a:ext cx="2162960" cy="1"/>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9" name="Conector recto 8">
            <a:extLst>
              <a:ext uri="{FF2B5EF4-FFF2-40B4-BE49-F238E27FC236}">
                <a16:creationId xmlns:a16="http://schemas.microsoft.com/office/drawing/2014/main" id="{794C8CC5-169D-DE58-643E-EA2D5A90ED81}"/>
              </a:ext>
            </a:extLst>
          </p:cNvPr>
          <p:cNvSpPr/>
          <p:nvPr/>
        </p:nvSpPr>
        <p:spPr>
          <a:xfrm rot="10800000">
            <a:off x="3132359" y="4075745"/>
            <a:ext cx="2912839" cy="2"/>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0" name="Content Placeholder 2">
            <a:extLst>
              <a:ext uri="{FF2B5EF4-FFF2-40B4-BE49-F238E27FC236}">
                <a16:creationId xmlns:a16="http://schemas.microsoft.com/office/drawing/2014/main" id="{503B4ACC-830E-BE5D-F0FC-CF31B7985C53}"/>
              </a:ext>
            </a:extLst>
          </p:cNvPr>
          <p:cNvSpPr txBox="1">
            <a:spLocks/>
          </p:cNvSpPr>
          <p:nvPr/>
        </p:nvSpPr>
        <p:spPr>
          <a:xfrm>
            <a:off x="6045199" y="2950529"/>
            <a:ext cx="2554515" cy="30938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Synchronous write</a:t>
            </a:r>
          </a:p>
        </p:txBody>
      </p:sp>
      <p:sp>
        <p:nvSpPr>
          <p:cNvPr id="11" name="Content Placeholder 2">
            <a:extLst>
              <a:ext uri="{FF2B5EF4-FFF2-40B4-BE49-F238E27FC236}">
                <a16:creationId xmlns:a16="http://schemas.microsoft.com/office/drawing/2014/main" id="{39E1FDBB-1D40-12EC-7B99-4D652A7D64F1}"/>
              </a:ext>
            </a:extLst>
          </p:cNvPr>
          <p:cNvSpPr txBox="1">
            <a:spLocks/>
          </p:cNvSpPr>
          <p:nvPr/>
        </p:nvSpPr>
        <p:spPr>
          <a:xfrm>
            <a:off x="6045199" y="3929150"/>
            <a:ext cx="2554515" cy="30938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Asynchronous read</a:t>
            </a:r>
          </a:p>
        </p:txBody>
      </p:sp>
    </p:spTree>
    <p:extLst>
      <p:ext uri="{BB962C8B-B14F-4D97-AF65-F5344CB8AC3E}">
        <p14:creationId xmlns:p14="http://schemas.microsoft.com/office/powerpoint/2010/main" val="87616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Word Vs. Byte Addressable memory</a:t>
            </a:r>
          </a:p>
        </p:txBody>
      </p:sp>
      <p:sp>
        <p:nvSpPr>
          <p:cNvPr id="3" name="Content Placeholder 2"/>
          <p:cNvSpPr>
            <a:spLocks noGrp="1"/>
          </p:cNvSpPr>
          <p:nvPr>
            <p:ph idx="1"/>
          </p:nvPr>
        </p:nvSpPr>
        <p:spPr>
          <a:xfrm>
            <a:off x="309282" y="537729"/>
            <a:ext cx="3129244" cy="891927"/>
          </a:xfrm>
        </p:spPr>
        <p:txBody>
          <a:bodyPr>
            <a:noAutofit/>
          </a:bodyPr>
          <a:lstStyle/>
          <a:p>
            <a:pPr marL="0" indent="0">
              <a:lnSpc>
                <a:spcPct val="80000"/>
              </a:lnSpc>
              <a:buNone/>
            </a:pPr>
            <a:r>
              <a:rPr lang="en-US" sz="1650" dirty="0">
                <a:latin typeface="Lucida Console"/>
                <a:cs typeface="Lucida Console"/>
              </a:rPr>
              <a:t>Word Addressable</a:t>
            </a:r>
          </a:p>
          <a:p>
            <a:pPr marL="0" indent="0">
              <a:lnSpc>
                <a:spcPct val="80000"/>
              </a:lnSpc>
              <a:buNone/>
            </a:pPr>
            <a:endParaRPr lang="en-US" sz="1650" dirty="0">
              <a:latin typeface="Lucida Console"/>
              <a:cs typeface="Lucida Console"/>
            </a:endParaRPr>
          </a:p>
          <a:p>
            <a:pPr marL="0" indent="0">
              <a:lnSpc>
                <a:spcPct val="80000"/>
              </a:lnSpc>
              <a:buNone/>
            </a:pPr>
            <a:r>
              <a:rPr lang="en-US" sz="1650" dirty="0">
                <a:latin typeface="Lucida Console"/>
                <a:cs typeface="Lucida Console"/>
              </a:rPr>
              <a:t>- This is the format provided in lab</a:t>
            </a:r>
          </a:p>
          <a:p>
            <a:pPr marL="0" indent="0">
              <a:lnSpc>
                <a:spcPct val="80000"/>
              </a:lnSpc>
              <a:buNone/>
            </a:pPr>
            <a:r>
              <a:rPr lang="en-US" sz="1650" dirty="0">
                <a:latin typeface="Lucida Console"/>
                <a:cs typeface="Lucida Console"/>
              </a:rPr>
              <a:t>- Must read/write 4 bytes at a time</a:t>
            </a:r>
          </a:p>
          <a:p>
            <a:pPr marL="0" indent="0">
              <a:lnSpc>
                <a:spcPct val="80000"/>
              </a:lnSpc>
              <a:buNone/>
            </a:pPr>
            <a:r>
              <a:rPr lang="en-US" sz="1650" dirty="0">
                <a:latin typeface="Lucida Console"/>
                <a:cs typeface="Lucida Console"/>
              </a:rPr>
              <a:t>- Only 4 addresses (0x00-0x03)</a:t>
            </a:r>
          </a:p>
          <a:p>
            <a:pPr marL="0" indent="0">
              <a:lnSpc>
                <a:spcPct val="80000"/>
              </a:lnSpc>
              <a:buNone/>
            </a:pPr>
            <a:r>
              <a:rPr lang="en-US" sz="1650" dirty="0">
                <a:latin typeface="Lucida Console"/>
                <a:cs typeface="Lucida Console"/>
              </a:rPr>
              <a:t>-Big Endian format</a:t>
            </a:r>
          </a:p>
          <a:p>
            <a:pPr marL="0" indent="0">
              <a:lnSpc>
                <a:spcPct val="80000"/>
              </a:lnSpc>
              <a:buNone/>
            </a:pPr>
            <a:endParaRPr lang="en-US" sz="1650" dirty="0">
              <a:latin typeface="Lucida Console"/>
              <a:cs typeface="Lucida Console"/>
            </a:endParaRPr>
          </a:p>
        </p:txBody>
      </p:sp>
      <p:pic>
        <p:nvPicPr>
          <p:cNvPr id="1025" name="Picture 1" descr="page52image50211712">
            <a:extLst>
              <a:ext uri="{FF2B5EF4-FFF2-40B4-BE49-F238E27FC236}">
                <a16:creationId xmlns:a16="http://schemas.microsoft.com/office/drawing/2014/main" id="{23709356-B92D-8942-8C54-8210CB0CA4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7C93581C-34A7-7F48-A22A-8057BC762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7C908890-14D6-6F40-8B16-23E5DE16F5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A4103C29-068F-3F4E-9B16-DF21A0B3C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7C1B01EE-9D90-834D-8317-5B2B84CDA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F3A3E926-1BA6-7C4A-814A-B22E75146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F4FC9A75-C64E-C247-9838-5A85FF7B6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009AC94-AD96-4F45-9D21-8611CF31D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DDDD4F77-5721-3444-965D-ADADA8A89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4C9A609-3E7F-5D04-6B6B-1BB416C1637E}"/>
              </a:ext>
            </a:extLst>
          </p:cNvPr>
          <p:cNvSpPr txBox="1">
            <a:spLocks/>
          </p:cNvSpPr>
          <p:nvPr/>
        </p:nvSpPr>
        <p:spPr>
          <a:xfrm>
            <a:off x="4269441" y="537730"/>
            <a:ext cx="3129244" cy="37667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Byte Addressable</a:t>
            </a:r>
          </a:p>
          <a:p>
            <a:pPr marL="0" indent="0">
              <a:lnSpc>
                <a:spcPct val="80000"/>
              </a:lnSpc>
              <a:buFont typeface="Arial"/>
              <a:buNone/>
            </a:pPr>
            <a:endParaRPr lang="en-US" sz="1650" dirty="0">
              <a:latin typeface="Lucida Console"/>
              <a:cs typeface="Lucida Console"/>
            </a:endParaRPr>
          </a:p>
          <a:p>
            <a:pPr marL="0" indent="0">
              <a:lnSpc>
                <a:spcPct val="80000"/>
              </a:lnSpc>
              <a:buFont typeface="Arial"/>
              <a:buNone/>
            </a:pPr>
            <a:r>
              <a:rPr lang="en-US" sz="1650" dirty="0">
                <a:latin typeface="Lucida Console"/>
                <a:cs typeface="Lucida Console"/>
              </a:rPr>
              <a:t>- This is the </a:t>
            </a:r>
            <a:r>
              <a:rPr lang="en-US" sz="1650">
                <a:latin typeface="Lucida Console"/>
                <a:cs typeface="Lucida Console"/>
              </a:rPr>
              <a:t>format RISC-V </a:t>
            </a:r>
            <a:r>
              <a:rPr lang="en-US" sz="1650" dirty="0">
                <a:latin typeface="Lucida Console"/>
                <a:cs typeface="Lucida Console"/>
              </a:rPr>
              <a:t>uses</a:t>
            </a:r>
          </a:p>
          <a:p>
            <a:pPr marL="0" indent="0">
              <a:lnSpc>
                <a:spcPct val="80000"/>
              </a:lnSpc>
              <a:buFont typeface="Arial"/>
              <a:buNone/>
            </a:pPr>
            <a:r>
              <a:rPr lang="en-US" sz="1650" dirty="0">
                <a:latin typeface="Lucida Console"/>
                <a:cs typeface="Lucida Console"/>
              </a:rPr>
              <a:t>- Can read/write to individual bits</a:t>
            </a:r>
          </a:p>
          <a:p>
            <a:pPr marL="0" indent="0">
              <a:lnSpc>
                <a:spcPct val="80000"/>
              </a:lnSpc>
              <a:buFont typeface="Arial"/>
              <a:buNone/>
            </a:pPr>
            <a:r>
              <a:rPr lang="en-US" sz="1650" dirty="0">
                <a:latin typeface="Lucida Console"/>
                <a:cs typeface="Lucida Console"/>
              </a:rPr>
              <a:t>- 16 addresses</a:t>
            </a:r>
          </a:p>
          <a:p>
            <a:pPr marL="0" indent="0">
              <a:lnSpc>
                <a:spcPct val="80000"/>
              </a:lnSpc>
              <a:buFont typeface="Arial"/>
              <a:buNone/>
            </a:pPr>
            <a:r>
              <a:rPr lang="en-US" sz="1650" dirty="0">
                <a:latin typeface="Lucida Console"/>
                <a:cs typeface="Lucida Console"/>
              </a:rPr>
              <a:t>	(0x00-0x0F)</a:t>
            </a:r>
          </a:p>
        </p:txBody>
      </p:sp>
      <p:graphicFrame>
        <p:nvGraphicFramePr>
          <p:cNvPr id="9" name="Table 8">
            <a:extLst>
              <a:ext uri="{FF2B5EF4-FFF2-40B4-BE49-F238E27FC236}">
                <a16:creationId xmlns:a16="http://schemas.microsoft.com/office/drawing/2014/main" id="{84A9EDA1-89D0-3A1F-3EF5-84C0ADBD241A}"/>
              </a:ext>
            </a:extLst>
          </p:cNvPr>
          <p:cNvGraphicFramePr>
            <a:graphicFrameLocks noGrp="1"/>
          </p:cNvGraphicFramePr>
          <p:nvPr>
            <p:extLst>
              <p:ext uri="{D42A27DB-BD31-4B8C-83A1-F6EECF244321}">
                <p14:modId xmlns:p14="http://schemas.microsoft.com/office/powerpoint/2010/main" val="1575957116"/>
              </p:ext>
            </p:extLst>
          </p:nvPr>
        </p:nvGraphicFramePr>
        <p:xfrm>
          <a:off x="4913088" y="2720157"/>
          <a:ext cx="4020455" cy="1854200"/>
        </p:xfrm>
        <a:graphic>
          <a:graphicData uri="http://schemas.openxmlformats.org/drawingml/2006/table">
            <a:tbl>
              <a:tblPr firstRow="1" firstCol="1" bandRow="1">
                <a:tableStyleId>{073A0DAA-6AF3-43AB-8588-CEC1D06C72B9}</a:tableStyleId>
              </a:tblPr>
              <a:tblGrid>
                <a:gridCol w="804091">
                  <a:extLst>
                    <a:ext uri="{9D8B030D-6E8A-4147-A177-3AD203B41FA5}">
                      <a16:colId xmlns:a16="http://schemas.microsoft.com/office/drawing/2014/main" val="2292924400"/>
                    </a:ext>
                  </a:extLst>
                </a:gridCol>
                <a:gridCol w="804091">
                  <a:extLst>
                    <a:ext uri="{9D8B030D-6E8A-4147-A177-3AD203B41FA5}">
                      <a16:colId xmlns:a16="http://schemas.microsoft.com/office/drawing/2014/main" val="678258966"/>
                    </a:ext>
                  </a:extLst>
                </a:gridCol>
                <a:gridCol w="804091">
                  <a:extLst>
                    <a:ext uri="{9D8B030D-6E8A-4147-A177-3AD203B41FA5}">
                      <a16:colId xmlns:a16="http://schemas.microsoft.com/office/drawing/2014/main" val="692802457"/>
                    </a:ext>
                  </a:extLst>
                </a:gridCol>
                <a:gridCol w="804091">
                  <a:extLst>
                    <a:ext uri="{9D8B030D-6E8A-4147-A177-3AD203B41FA5}">
                      <a16:colId xmlns:a16="http://schemas.microsoft.com/office/drawing/2014/main" val="1433871435"/>
                    </a:ext>
                  </a:extLst>
                </a:gridCol>
                <a:gridCol w="804091">
                  <a:extLst>
                    <a:ext uri="{9D8B030D-6E8A-4147-A177-3AD203B41FA5}">
                      <a16:colId xmlns:a16="http://schemas.microsoft.com/office/drawing/2014/main" val="1905878956"/>
                    </a:ext>
                  </a:extLst>
                </a:gridCol>
              </a:tblGrid>
              <a:tr h="370840">
                <a:tc>
                  <a:txBody>
                    <a:bodyPr/>
                    <a:lstStyle/>
                    <a:p>
                      <a:endParaRPr lang="en-US" dirty="0"/>
                    </a:p>
                  </a:txBody>
                  <a:tcPr/>
                </a:tc>
                <a:tc>
                  <a:txBody>
                    <a:bodyPr/>
                    <a:lstStyle/>
                    <a:p>
                      <a:r>
                        <a:rPr lang="en-US" dirty="0"/>
                        <a:t>00</a:t>
                      </a:r>
                    </a:p>
                  </a:txBody>
                  <a:tcPr/>
                </a:tc>
                <a:tc>
                  <a:txBody>
                    <a:bodyPr/>
                    <a:lstStyle/>
                    <a:p>
                      <a:r>
                        <a:rPr lang="en-US" dirty="0"/>
                        <a:t>01</a:t>
                      </a:r>
                    </a:p>
                  </a:txBody>
                  <a:tcPr/>
                </a:tc>
                <a:tc>
                  <a:txBody>
                    <a:bodyPr/>
                    <a:lstStyle/>
                    <a:p>
                      <a:r>
                        <a:rPr lang="en-US" dirty="0"/>
                        <a:t>10</a:t>
                      </a:r>
                    </a:p>
                  </a:txBody>
                  <a:tcPr/>
                </a:tc>
                <a:tc>
                  <a:txBody>
                    <a:bodyPr/>
                    <a:lstStyle/>
                    <a:p>
                      <a:r>
                        <a:rPr lang="en-US" dirty="0"/>
                        <a:t>11</a:t>
                      </a:r>
                    </a:p>
                  </a:txBody>
                  <a:tcPr/>
                </a:tc>
                <a:extLst>
                  <a:ext uri="{0D108BD9-81ED-4DB2-BD59-A6C34878D82A}">
                    <a16:rowId xmlns:a16="http://schemas.microsoft.com/office/drawing/2014/main" val="664563690"/>
                  </a:ext>
                </a:extLst>
              </a:tr>
              <a:tr h="370840">
                <a:tc>
                  <a:txBody>
                    <a:bodyPr/>
                    <a:lstStyle/>
                    <a:p>
                      <a:r>
                        <a:rPr lang="en-US" dirty="0"/>
                        <a:t>00</a:t>
                      </a:r>
                    </a:p>
                  </a:txBody>
                  <a:tcPr/>
                </a:tc>
                <a:tc>
                  <a:txBody>
                    <a:bodyPr/>
                    <a:lstStyle/>
                    <a:p>
                      <a:r>
                        <a:rPr lang="en-US" dirty="0"/>
                        <a:t>0x00</a:t>
                      </a:r>
                    </a:p>
                  </a:txBody>
                  <a:tcPr/>
                </a:tc>
                <a:tc>
                  <a:txBody>
                    <a:bodyPr/>
                    <a:lstStyle/>
                    <a:p>
                      <a:r>
                        <a:rPr lang="en-US" dirty="0"/>
                        <a:t>0x09</a:t>
                      </a:r>
                    </a:p>
                  </a:txBody>
                  <a:tcPr/>
                </a:tc>
                <a:tc>
                  <a:txBody>
                    <a:bodyPr/>
                    <a:lstStyle/>
                    <a:p>
                      <a:r>
                        <a:rPr lang="en-US" dirty="0"/>
                        <a:t>0x12</a:t>
                      </a:r>
                    </a:p>
                  </a:txBody>
                  <a:tcPr/>
                </a:tc>
                <a:tc>
                  <a:txBody>
                    <a:bodyPr/>
                    <a:lstStyle/>
                    <a:p>
                      <a:r>
                        <a:rPr lang="en-US" dirty="0"/>
                        <a:t>0x14</a:t>
                      </a:r>
                    </a:p>
                  </a:txBody>
                  <a:tcPr/>
                </a:tc>
                <a:extLst>
                  <a:ext uri="{0D108BD9-81ED-4DB2-BD59-A6C34878D82A}">
                    <a16:rowId xmlns:a16="http://schemas.microsoft.com/office/drawing/2014/main" val="2582165351"/>
                  </a:ext>
                </a:extLst>
              </a:tr>
              <a:tr h="370840">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01</a:t>
                      </a:r>
                    </a:p>
                  </a:txBody>
                  <a:tcPr/>
                </a:tc>
                <a:tc>
                  <a:txBody>
                    <a:bodyPr/>
                    <a:lstStyle/>
                    <a:p>
                      <a:r>
                        <a:rPr lang="en-US" dirty="0"/>
                        <a:t>0x15</a:t>
                      </a:r>
                    </a:p>
                  </a:txBody>
                  <a:tcPr/>
                </a:tc>
                <a:tc>
                  <a:txBody>
                    <a:bodyPr/>
                    <a:lstStyle/>
                    <a:p>
                      <a:r>
                        <a:rPr lang="en-US" dirty="0"/>
                        <a:t>0x02</a:t>
                      </a:r>
                    </a:p>
                  </a:txBody>
                  <a:tcPr/>
                </a:tc>
                <a:tc>
                  <a:txBody>
                    <a:bodyPr/>
                    <a:lstStyle/>
                    <a:p>
                      <a:r>
                        <a:rPr lang="en-US" dirty="0"/>
                        <a:t>0x22</a:t>
                      </a:r>
                    </a:p>
                  </a:txBody>
                  <a:tcPr/>
                </a:tc>
                <a:tc>
                  <a:txBody>
                    <a:bodyPr/>
                    <a:lstStyle/>
                    <a:p>
                      <a:r>
                        <a:rPr lang="en-US" dirty="0"/>
                        <a:t>0x44</a:t>
                      </a:r>
                    </a:p>
                  </a:txBody>
                  <a:tcPr/>
                </a:tc>
                <a:extLst>
                  <a:ext uri="{0D108BD9-81ED-4DB2-BD59-A6C34878D82A}">
                    <a16:rowId xmlns:a16="http://schemas.microsoft.com/office/drawing/2014/main" val="2624503596"/>
                  </a:ext>
                </a:extLst>
              </a:tr>
              <a:tr h="370840">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10</a:t>
                      </a:r>
                    </a:p>
                  </a:txBody>
                  <a:tcPr/>
                </a:tc>
                <a:tc>
                  <a:txBody>
                    <a:bodyPr/>
                    <a:lstStyle/>
                    <a:p>
                      <a:r>
                        <a:rPr lang="en-US" dirty="0"/>
                        <a:t>0xFF</a:t>
                      </a:r>
                    </a:p>
                  </a:txBody>
                  <a:tcPr/>
                </a:tc>
                <a:tc>
                  <a:txBody>
                    <a:bodyPr/>
                    <a:lstStyle/>
                    <a:p>
                      <a:r>
                        <a:rPr lang="en-US" dirty="0"/>
                        <a:t>0xFF</a:t>
                      </a:r>
                    </a:p>
                  </a:txBody>
                  <a:tcPr/>
                </a:tc>
                <a:tc>
                  <a:txBody>
                    <a:bodyPr/>
                    <a:lstStyle/>
                    <a:p>
                      <a:r>
                        <a:rPr lang="en-US" dirty="0"/>
                        <a:t>0xFF</a:t>
                      </a:r>
                    </a:p>
                  </a:txBody>
                  <a:tcPr/>
                </a:tc>
                <a:tc>
                  <a:txBody>
                    <a:bodyPr/>
                    <a:lstStyle/>
                    <a:p>
                      <a:r>
                        <a:rPr lang="en-US" dirty="0"/>
                        <a:t>0xFF</a:t>
                      </a:r>
                    </a:p>
                  </a:txBody>
                  <a:tcPr/>
                </a:tc>
                <a:extLst>
                  <a:ext uri="{0D108BD9-81ED-4DB2-BD59-A6C34878D82A}">
                    <a16:rowId xmlns:a16="http://schemas.microsoft.com/office/drawing/2014/main" val="2928584903"/>
                  </a:ext>
                </a:extLst>
              </a:tr>
              <a:tr h="370840">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dirty="0"/>
                        <a:t>11</a:t>
                      </a:r>
                    </a:p>
                  </a:txBody>
                  <a:tcPr/>
                </a:tc>
                <a:tc>
                  <a:txBody>
                    <a:bodyPr/>
                    <a:lstStyle/>
                    <a:p>
                      <a:r>
                        <a:rPr lang="en-US" dirty="0"/>
                        <a:t>0x00</a:t>
                      </a:r>
                    </a:p>
                  </a:txBody>
                  <a:tcPr/>
                </a:tc>
                <a:tc>
                  <a:txBody>
                    <a:bodyPr/>
                    <a:lstStyle/>
                    <a:p>
                      <a:r>
                        <a:rPr lang="en-US" dirty="0"/>
                        <a:t>0x00</a:t>
                      </a:r>
                    </a:p>
                  </a:txBody>
                  <a:tcPr/>
                </a:tc>
                <a:tc>
                  <a:txBody>
                    <a:bodyPr/>
                    <a:lstStyle/>
                    <a:p>
                      <a:r>
                        <a:rPr lang="en-US" dirty="0"/>
                        <a:t>0x00</a:t>
                      </a:r>
                    </a:p>
                  </a:txBody>
                  <a:tcPr/>
                </a:tc>
                <a:tc>
                  <a:txBody>
                    <a:bodyPr/>
                    <a:lstStyle/>
                    <a:p>
                      <a:r>
                        <a:rPr lang="en-US" dirty="0"/>
                        <a:t>0x00</a:t>
                      </a:r>
                    </a:p>
                  </a:txBody>
                  <a:tcPr/>
                </a:tc>
                <a:extLst>
                  <a:ext uri="{0D108BD9-81ED-4DB2-BD59-A6C34878D82A}">
                    <a16:rowId xmlns:a16="http://schemas.microsoft.com/office/drawing/2014/main" val="2613157944"/>
                  </a:ext>
                </a:extLst>
              </a:tr>
            </a:tbl>
          </a:graphicData>
        </a:graphic>
      </p:graphicFrame>
      <p:graphicFrame>
        <p:nvGraphicFramePr>
          <p:cNvPr id="10" name="Table 9">
            <a:extLst>
              <a:ext uri="{FF2B5EF4-FFF2-40B4-BE49-F238E27FC236}">
                <a16:creationId xmlns:a16="http://schemas.microsoft.com/office/drawing/2014/main" id="{96CA2A81-3685-E6BE-C53B-9249C7B5DD08}"/>
              </a:ext>
            </a:extLst>
          </p:cNvPr>
          <p:cNvGraphicFramePr>
            <a:graphicFrameLocks noGrp="1"/>
          </p:cNvGraphicFramePr>
          <p:nvPr>
            <p:extLst>
              <p:ext uri="{D42A27DB-BD31-4B8C-83A1-F6EECF244321}">
                <p14:modId xmlns:p14="http://schemas.microsoft.com/office/powerpoint/2010/main" val="3883651477"/>
              </p:ext>
            </p:extLst>
          </p:nvPr>
        </p:nvGraphicFramePr>
        <p:xfrm>
          <a:off x="555344" y="2720157"/>
          <a:ext cx="2637119" cy="1854200"/>
        </p:xfrm>
        <a:graphic>
          <a:graphicData uri="http://schemas.openxmlformats.org/drawingml/2006/table">
            <a:tbl>
              <a:tblPr firstRow="1" firstCol="1" bandRow="1">
                <a:tableStyleId>{073A0DAA-6AF3-43AB-8588-CEC1D06C72B9}</a:tableStyleId>
              </a:tblPr>
              <a:tblGrid>
                <a:gridCol w="848237">
                  <a:extLst>
                    <a:ext uri="{9D8B030D-6E8A-4147-A177-3AD203B41FA5}">
                      <a16:colId xmlns:a16="http://schemas.microsoft.com/office/drawing/2014/main" val="2292924400"/>
                    </a:ext>
                  </a:extLst>
                </a:gridCol>
                <a:gridCol w="1788882">
                  <a:extLst>
                    <a:ext uri="{9D8B030D-6E8A-4147-A177-3AD203B41FA5}">
                      <a16:colId xmlns:a16="http://schemas.microsoft.com/office/drawing/2014/main" val="678258966"/>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664563690"/>
                  </a:ext>
                </a:extLst>
              </a:tr>
              <a:tr h="370840">
                <a:tc>
                  <a:txBody>
                    <a:bodyPr/>
                    <a:lstStyle/>
                    <a:p>
                      <a:r>
                        <a:rPr lang="en-US" dirty="0"/>
                        <a:t>00</a:t>
                      </a:r>
                    </a:p>
                  </a:txBody>
                  <a:tcPr/>
                </a:tc>
                <a:tc>
                  <a:txBody>
                    <a:bodyPr/>
                    <a:lstStyle/>
                    <a:p>
                      <a:r>
                        <a:rPr lang="en-US" dirty="0"/>
                        <a:t>0x14120900</a:t>
                      </a:r>
                    </a:p>
                  </a:txBody>
                  <a:tcPr/>
                </a:tc>
                <a:extLst>
                  <a:ext uri="{0D108BD9-81ED-4DB2-BD59-A6C34878D82A}">
                    <a16:rowId xmlns:a16="http://schemas.microsoft.com/office/drawing/2014/main" val="2582165351"/>
                  </a:ext>
                </a:extLst>
              </a:tr>
              <a:tr h="370840">
                <a:tc>
                  <a:txBody>
                    <a:bodyPr/>
                    <a:lstStyle/>
                    <a:p>
                      <a:r>
                        <a:rPr lang="en-US" dirty="0"/>
                        <a:t>01</a:t>
                      </a:r>
                    </a:p>
                  </a:txBody>
                  <a:tcPr/>
                </a:tc>
                <a:tc>
                  <a:txBody>
                    <a:bodyPr/>
                    <a:lstStyle/>
                    <a:p>
                      <a:r>
                        <a:rPr lang="en-US" dirty="0"/>
                        <a:t>0x44220215</a:t>
                      </a:r>
                    </a:p>
                  </a:txBody>
                  <a:tcPr/>
                </a:tc>
                <a:extLst>
                  <a:ext uri="{0D108BD9-81ED-4DB2-BD59-A6C34878D82A}">
                    <a16:rowId xmlns:a16="http://schemas.microsoft.com/office/drawing/2014/main" val="2624503596"/>
                  </a:ext>
                </a:extLst>
              </a:tr>
              <a:tr h="370840">
                <a:tc>
                  <a:txBody>
                    <a:bodyPr/>
                    <a:lstStyle/>
                    <a:p>
                      <a:r>
                        <a:rPr lang="en-US" dirty="0"/>
                        <a:t>10</a:t>
                      </a:r>
                    </a:p>
                  </a:txBody>
                  <a:tcPr/>
                </a:tc>
                <a:tc>
                  <a:txBody>
                    <a:bodyPr/>
                    <a:lstStyle/>
                    <a:p>
                      <a:r>
                        <a:rPr lang="en-US" dirty="0"/>
                        <a:t>0xFFFFFFFF</a:t>
                      </a:r>
                    </a:p>
                  </a:txBody>
                  <a:tcPr/>
                </a:tc>
                <a:extLst>
                  <a:ext uri="{0D108BD9-81ED-4DB2-BD59-A6C34878D82A}">
                    <a16:rowId xmlns:a16="http://schemas.microsoft.com/office/drawing/2014/main" val="2928584903"/>
                  </a:ext>
                </a:extLst>
              </a:tr>
              <a:tr h="370840">
                <a:tc>
                  <a:txBody>
                    <a:bodyPr/>
                    <a:lstStyle/>
                    <a:p>
                      <a:r>
                        <a:rPr lang="en-US" dirty="0"/>
                        <a:t>11</a:t>
                      </a:r>
                    </a:p>
                  </a:txBody>
                  <a:tcPr/>
                </a:tc>
                <a:tc>
                  <a:txBody>
                    <a:bodyPr/>
                    <a:lstStyle/>
                    <a:p>
                      <a:r>
                        <a:rPr lang="en-US" dirty="0"/>
                        <a:t>0x00000000</a:t>
                      </a:r>
                    </a:p>
                  </a:txBody>
                  <a:tcPr/>
                </a:tc>
                <a:extLst>
                  <a:ext uri="{0D108BD9-81ED-4DB2-BD59-A6C34878D82A}">
                    <a16:rowId xmlns:a16="http://schemas.microsoft.com/office/drawing/2014/main" val="2613157944"/>
                  </a:ext>
                </a:extLst>
              </a:tr>
            </a:tbl>
          </a:graphicData>
        </a:graphic>
      </p:graphicFrame>
      <p:sp>
        <p:nvSpPr>
          <p:cNvPr id="12" name="Straight Connector 11">
            <a:extLst>
              <a:ext uri="{FF2B5EF4-FFF2-40B4-BE49-F238E27FC236}">
                <a16:creationId xmlns:a16="http://schemas.microsoft.com/office/drawing/2014/main" id="{56195768-63DC-4AB6-BB78-F456BBEFD0A9}"/>
              </a:ext>
            </a:extLst>
          </p:cNvPr>
          <p:cNvSpPr/>
          <p:nvPr/>
        </p:nvSpPr>
        <p:spPr>
          <a:xfrm rot="5400000">
            <a:off x="1887830" y="2571750"/>
            <a:ext cx="4023360" cy="0"/>
          </a:xfrm>
          <a:prstGeom prst="line">
            <a:avLst/>
          </a:prstGeom>
          <a:solidFill>
            <a:srgbClr val="E71224">
              <a:alpha val="5000"/>
            </a:srgbClr>
          </a:solidFill>
          <a:ln w="12600">
            <a:solidFill>
              <a:srgbClr val="E71224"/>
            </a:solidFill>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Tree>
    <p:extLst>
      <p:ext uri="{BB962C8B-B14F-4D97-AF65-F5344CB8AC3E}">
        <p14:creationId xmlns:p14="http://schemas.microsoft.com/office/powerpoint/2010/main" val="64576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122ED-0452-7AE5-D113-F4C77A926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3972-DA23-7081-31E3-C3254465A4C9}"/>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2B26EEA5-96F8-ADDC-4519-4D28F09B5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F75ED8E-9264-4D73-CB5F-7098347D4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4CF60FCE-3E13-34EF-06FE-972B36EBC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61F2E280-D1B7-4828-8506-B5D04E2F9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6481BF0D-0623-F9C6-66F0-2B6E161B0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38CA4643-C01F-5597-E5FC-FBDC999F3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0D56E052-83E5-C304-28EC-DCC47F66A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625F2BC6-F4E5-2CE8-1AB8-95AB54E02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6D28E9C3-CC2C-F156-BC1C-630B74B46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A5E920E-997C-84AC-F4BE-1758C0FC62FB}"/>
              </a:ext>
            </a:extLst>
          </p:cNvPr>
          <p:cNvPicPr>
            <a:picLocks noChangeAspect="1"/>
          </p:cNvPicPr>
          <p:nvPr/>
        </p:nvPicPr>
        <p:blipFill>
          <a:blip r:embed="rId5"/>
          <a:stretch>
            <a:fillRect/>
          </a:stretch>
        </p:blipFill>
        <p:spPr>
          <a:xfrm>
            <a:off x="142574" y="881917"/>
            <a:ext cx="4296375" cy="752580"/>
          </a:xfrm>
          <a:prstGeom prst="rect">
            <a:avLst/>
          </a:prstGeom>
        </p:spPr>
      </p:pic>
      <p:pic>
        <p:nvPicPr>
          <p:cNvPr id="17" name="Picture 16">
            <a:extLst>
              <a:ext uri="{FF2B5EF4-FFF2-40B4-BE49-F238E27FC236}">
                <a16:creationId xmlns:a16="http://schemas.microsoft.com/office/drawing/2014/main" id="{A7000207-4E10-18C6-82A8-1290BDFAF3C5}"/>
              </a:ext>
            </a:extLst>
          </p:cNvPr>
          <p:cNvPicPr>
            <a:picLocks noChangeAspect="1"/>
          </p:cNvPicPr>
          <p:nvPr/>
        </p:nvPicPr>
        <p:blipFill rotWithShape="1">
          <a:blip r:embed="rId6"/>
          <a:srcRect t="8450"/>
          <a:stretch/>
        </p:blipFill>
        <p:spPr>
          <a:xfrm>
            <a:off x="142574" y="1768227"/>
            <a:ext cx="2962688" cy="1194819"/>
          </a:xfrm>
          <a:prstGeom prst="rect">
            <a:avLst/>
          </a:prstGeom>
        </p:spPr>
      </p:pic>
      <p:pic>
        <p:nvPicPr>
          <p:cNvPr id="21" name="Picture 20">
            <a:extLst>
              <a:ext uri="{FF2B5EF4-FFF2-40B4-BE49-F238E27FC236}">
                <a16:creationId xmlns:a16="http://schemas.microsoft.com/office/drawing/2014/main" id="{395785CF-C02B-57C8-7B54-86DF8F1E0C6E}"/>
              </a:ext>
            </a:extLst>
          </p:cNvPr>
          <p:cNvPicPr>
            <a:picLocks noChangeAspect="1"/>
          </p:cNvPicPr>
          <p:nvPr/>
        </p:nvPicPr>
        <p:blipFill rotWithShape="1">
          <a:blip r:embed="rId7"/>
          <a:srcRect t="70632"/>
          <a:stretch/>
        </p:blipFill>
        <p:spPr>
          <a:xfrm>
            <a:off x="142574" y="3193723"/>
            <a:ext cx="6287377" cy="752580"/>
          </a:xfrm>
          <a:prstGeom prst="rect">
            <a:avLst/>
          </a:prstGeom>
        </p:spPr>
      </p:pic>
      <p:sp>
        <p:nvSpPr>
          <p:cNvPr id="22" name="Rectangle 21">
            <a:extLst>
              <a:ext uri="{FF2B5EF4-FFF2-40B4-BE49-F238E27FC236}">
                <a16:creationId xmlns:a16="http://schemas.microsoft.com/office/drawing/2014/main" id="{187A8F79-148A-9314-0585-6326E227DF73}"/>
              </a:ext>
            </a:extLst>
          </p:cNvPr>
          <p:cNvSpPr/>
          <p:nvPr/>
        </p:nvSpPr>
        <p:spPr>
          <a:xfrm>
            <a:off x="148854" y="921235"/>
            <a:ext cx="1621889" cy="275962"/>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3" name="Conector recto 8">
            <a:extLst>
              <a:ext uri="{FF2B5EF4-FFF2-40B4-BE49-F238E27FC236}">
                <a16:creationId xmlns:a16="http://schemas.microsoft.com/office/drawing/2014/main" id="{675157A9-B693-6C5D-1A3C-CF12AA6C15E4}"/>
              </a:ext>
            </a:extLst>
          </p:cNvPr>
          <p:cNvSpPr/>
          <p:nvPr/>
        </p:nvSpPr>
        <p:spPr>
          <a:xfrm rot="10800000">
            <a:off x="1770742" y="1036596"/>
            <a:ext cx="3410857" cy="0"/>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24" name="Content Placeholder 2">
            <a:extLst>
              <a:ext uri="{FF2B5EF4-FFF2-40B4-BE49-F238E27FC236}">
                <a16:creationId xmlns:a16="http://schemas.microsoft.com/office/drawing/2014/main" id="{665E5E01-33D3-A9E1-E030-FF3D704D604B}"/>
              </a:ext>
            </a:extLst>
          </p:cNvPr>
          <p:cNvSpPr txBox="1">
            <a:spLocks/>
          </p:cNvSpPr>
          <p:nvPr/>
        </p:nvSpPr>
        <p:spPr>
          <a:xfrm>
            <a:off x="5181599" y="904026"/>
            <a:ext cx="2609981"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Tree>
    <p:extLst>
      <p:ext uri="{BB962C8B-B14F-4D97-AF65-F5344CB8AC3E}">
        <p14:creationId xmlns:p14="http://schemas.microsoft.com/office/powerpoint/2010/main" val="3904600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7007D-6456-D5B7-52E1-12B87B05F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DAB51-4E5B-22C0-1B7F-5F368165223A}"/>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60B83552-5197-8FD4-880C-AF66568A6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4108299-C11A-06FF-DA17-56A88961E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879AE36C-CB15-C760-99D8-7A349A962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DD535162-B866-D676-9E9E-9A1B17AAC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99AA3A30-99BB-9617-615F-5CA7F3F0C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E825EBCC-B77C-C231-38D5-4EED9F8AC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95DD0E74-6EEE-CD40-253C-94614A6A4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5D8B07D-C3F4-D3EB-307D-33DC7D280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55EC3538-A4E7-1F7B-3076-D6928B3DE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BF36EC3-0BE9-82A9-6980-0D29B16DB7C7}"/>
              </a:ext>
            </a:extLst>
          </p:cNvPr>
          <p:cNvPicPr>
            <a:picLocks noChangeAspect="1"/>
          </p:cNvPicPr>
          <p:nvPr/>
        </p:nvPicPr>
        <p:blipFill>
          <a:blip r:embed="rId5"/>
          <a:stretch>
            <a:fillRect/>
          </a:stretch>
        </p:blipFill>
        <p:spPr>
          <a:xfrm>
            <a:off x="79829" y="1321135"/>
            <a:ext cx="9144000" cy="991743"/>
          </a:xfrm>
          <a:prstGeom prst="rect">
            <a:avLst/>
          </a:prstGeom>
        </p:spPr>
      </p:pic>
      <p:sp>
        <p:nvSpPr>
          <p:cNvPr id="11" name="Elipse 10">
            <a:extLst>
              <a:ext uri="{FF2B5EF4-FFF2-40B4-BE49-F238E27FC236}">
                <a16:creationId xmlns:a16="http://schemas.microsoft.com/office/drawing/2014/main" id="{8875D618-245A-4391-B739-53A7952FD4F5}"/>
              </a:ext>
            </a:extLst>
          </p:cNvPr>
          <p:cNvSpPr/>
          <p:nvPr/>
        </p:nvSpPr>
        <p:spPr>
          <a:xfrm>
            <a:off x="173711" y="1551196"/>
            <a:ext cx="548640" cy="119780"/>
          </a:xfrm>
          <a:prstGeom prst="ellipse">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16" name="Conector recto 8">
            <a:extLst>
              <a:ext uri="{FF2B5EF4-FFF2-40B4-BE49-F238E27FC236}">
                <a16:creationId xmlns:a16="http://schemas.microsoft.com/office/drawing/2014/main" id="{8828C2BD-DADE-ECCA-BE45-818C30001666}"/>
              </a:ext>
            </a:extLst>
          </p:cNvPr>
          <p:cNvSpPr/>
          <p:nvPr/>
        </p:nvSpPr>
        <p:spPr>
          <a:xfrm rot="10800000">
            <a:off x="267588" y="1670975"/>
            <a:ext cx="131554" cy="1715408"/>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26" name="Content Placeholder 2">
            <a:extLst>
              <a:ext uri="{FF2B5EF4-FFF2-40B4-BE49-F238E27FC236}">
                <a16:creationId xmlns:a16="http://schemas.microsoft.com/office/drawing/2014/main" id="{5F5876EB-742D-4410-5F19-C16257F60EBA}"/>
              </a:ext>
            </a:extLst>
          </p:cNvPr>
          <p:cNvSpPr txBox="1">
            <a:spLocks/>
          </p:cNvSpPr>
          <p:nvPr/>
        </p:nvSpPr>
        <p:spPr>
          <a:xfrm>
            <a:off x="0" y="3374771"/>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Tree>
    <p:extLst>
      <p:ext uri="{BB962C8B-B14F-4D97-AF65-F5344CB8AC3E}">
        <p14:creationId xmlns:p14="http://schemas.microsoft.com/office/powerpoint/2010/main" val="244850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122ED-0452-7AE5-D113-F4C77A926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3972-DA23-7081-31E3-C3254465A4C9}"/>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2B26EEA5-96F8-ADDC-4519-4D28F09B5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F75ED8E-9264-4D73-CB5F-7098347D4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4CF60FCE-3E13-34EF-06FE-972B36EBC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61F2E280-D1B7-4828-8506-B5D04E2F9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6481BF0D-0623-F9C6-66F0-2B6E161B0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38CA4643-C01F-5597-E5FC-FBDC999F3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0D56E052-83E5-C304-28EC-DCC47F66A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625F2BC6-F4E5-2CE8-1AB8-95AB54E02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6D28E9C3-CC2C-F156-BC1C-630B74B46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A5E920E-997C-84AC-F4BE-1758C0FC62FB}"/>
              </a:ext>
            </a:extLst>
          </p:cNvPr>
          <p:cNvPicPr>
            <a:picLocks noChangeAspect="1"/>
          </p:cNvPicPr>
          <p:nvPr/>
        </p:nvPicPr>
        <p:blipFill>
          <a:blip r:embed="rId5"/>
          <a:stretch>
            <a:fillRect/>
          </a:stretch>
        </p:blipFill>
        <p:spPr>
          <a:xfrm>
            <a:off x="142574" y="881917"/>
            <a:ext cx="4296375" cy="752580"/>
          </a:xfrm>
          <a:prstGeom prst="rect">
            <a:avLst/>
          </a:prstGeom>
        </p:spPr>
      </p:pic>
      <p:pic>
        <p:nvPicPr>
          <p:cNvPr id="17" name="Picture 16">
            <a:extLst>
              <a:ext uri="{FF2B5EF4-FFF2-40B4-BE49-F238E27FC236}">
                <a16:creationId xmlns:a16="http://schemas.microsoft.com/office/drawing/2014/main" id="{A7000207-4E10-18C6-82A8-1290BDFAF3C5}"/>
              </a:ext>
            </a:extLst>
          </p:cNvPr>
          <p:cNvPicPr>
            <a:picLocks noChangeAspect="1"/>
          </p:cNvPicPr>
          <p:nvPr/>
        </p:nvPicPr>
        <p:blipFill rotWithShape="1">
          <a:blip r:embed="rId6"/>
          <a:srcRect t="8450"/>
          <a:stretch/>
        </p:blipFill>
        <p:spPr>
          <a:xfrm>
            <a:off x="142574" y="1768227"/>
            <a:ext cx="2962688" cy="1194819"/>
          </a:xfrm>
          <a:prstGeom prst="rect">
            <a:avLst/>
          </a:prstGeom>
        </p:spPr>
      </p:pic>
      <p:pic>
        <p:nvPicPr>
          <p:cNvPr id="21" name="Picture 20">
            <a:extLst>
              <a:ext uri="{FF2B5EF4-FFF2-40B4-BE49-F238E27FC236}">
                <a16:creationId xmlns:a16="http://schemas.microsoft.com/office/drawing/2014/main" id="{395785CF-C02B-57C8-7B54-86DF8F1E0C6E}"/>
              </a:ext>
            </a:extLst>
          </p:cNvPr>
          <p:cNvPicPr>
            <a:picLocks noChangeAspect="1"/>
          </p:cNvPicPr>
          <p:nvPr/>
        </p:nvPicPr>
        <p:blipFill rotWithShape="1">
          <a:blip r:embed="rId7"/>
          <a:srcRect t="70632"/>
          <a:stretch/>
        </p:blipFill>
        <p:spPr>
          <a:xfrm>
            <a:off x="142574" y="3193723"/>
            <a:ext cx="6287377" cy="752580"/>
          </a:xfrm>
          <a:prstGeom prst="rect">
            <a:avLst/>
          </a:prstGeom>
        </p:spPr>
      </p:pic>
      <p:sp>
        <p:nvSpPr>
          <p:cNvPr id="22" name="Rectangle 21">
            <a:extLst>
              <a:ext uri="{FF2B5EF4-FFF2-40B4-BE49-F238E27FC236}">
                <a16:creationId xmlns:a16="http://schemas.microsoft.com/office/drawing/2014/main" id="{187A8F79-148A-9314-0585-6326E227DF73}"/>
              </a:ext>
            </a:extLst>
          </p:cNvPr>
          <p:cNvSpPr/>
          <p:nvPr/>
        </p:nvSpPr>
        <p:spPr>
          <a:xfrm>
            <a:off x="148854" y="921235"/>
            <a:ext cx="1621889" cy="275962"/>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3" name="Conector recto 8">
            <a:extLst>
              <a:ext uri="{FF2B5EF4-FFF2-40B4-BE49-F238E27FC236}">
                <a16:creationId xmlns:a16="http://schemas.microsoft.com/office/drawing/2014/main" id="{675157A9-B693-6C5D-1A3C-CF12AA6C15E4}"/>
              </a:ext>
            </a:extLst>
          </p:cNvPr>
          <p:cNvSpPr/>
          <p:nvPr/>
        </p:nvSpPr>
        <p:spPr>
          <a:xfrm rot="10800000">
            <a:off x="1770742" y="1036596"/>
            <a:ext cx="3410857" cy="0"/>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24" name="Content Placeholder 2">
            <a:extLst>
              <a:ext uri="{FF2B5EF4-FFF2-40B4-BE49-F238E27FC236}">
                <a16:creationId xmlns:a16="http://schemas.microsoft.com/office/drawing/2014/main" id="{665E5E01-33D3-A9E1-E030-FF3D704D604B}"/>
              </a:ext>
            </a:extLst>
          </p:cNvPr>
          <p:cNvSpPr txBox="1">
            <a:spLocks/>
          </p:cNvSpPr>
          <p:nvPr/>
        </p:nvSpPr>
        <p:spPr>
          <a:xfrm>
            <a:off x="5181599" y="904026"/>
            <a:ext cx="2609981"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
        <p:nvSpPr>
          <p:cNvPr id="28" name="Rectangle 27">
            <a:extLst>
              <a:ext uri="{FF2B5EF4-FFF2-40B4-BE49-F238E27FC236}">
                <a16:creationId xmlns:a16="http://schemas.microsoft.com/office/drawing/2014/main" id="{8CFB23E9-CCAA-5557-1292-D1DEB9AE18C5}"/>
              </a:ext>
            </a:extLst>
          </p:cNvPr>
          <p:cNvSpPr/>
          <p:nvPr/>
        </p:nvSpPr>
        <p:spPr>
          <a:xfrm>
            <a:off x="275771" y="1799913"/>
            <a:ext cx="1494972" cy="232087"/>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9" name="Conector recto 8">
            <a:extLst>
              <a:ext uri="{FF2B5EF4-FFF2-40B4-BE49-F238E27FC236}">
                <a16:creationId xmlns:a16="http://schemas.microsoft.com/office/drawing/2014/main" id="{B8D51B0C-2F5D-8444-F629-6CA1550244E7}"/>
              </a:ext>
            </a:extLst>
          </p:cNvPr>
          <p:cNvSpPr/>
          <p:nvPr/>
        </p:nvSpPr>
        <p:spPr>
          <a:xfrm rot="10800000">
            <a:off x="1793877" y="1914662"/>
            <a:ext cx="1987094" cy="35114"/>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dirty="0">
              <a:solidFill>
                <a:srgbClr val="E71224"/>
              </a:solidFill>
            </a:endParaRPr>
          </a:p>
        </p:txBody>
      </p:sp>
      <p:sp>
        <p:nvSpPr>
          <p:cNvPr id="30" name="Content Placeholder 2">
            <a:extLst>
              <a:ext uri="{FF2B5EF4-FFF2-40B4-BE49-F238E27FC236}">
                <a16:creationId xmlns:a16="http://schemas.microsoft.com/office/drawing/2014/main" id="{5519BE2F-5D2C-259C-48B4-BCA5A156AD54}"/>
              </a:ext>
            </a:extLst>
          </p:cNvPr>
          <p:cNvSpPr txBox="1">
            <a:spLocks/>
          </p:cNvSpPr>
          <p:nvPr/>
        </p:nvSpPr>
        <p:spPr>
          <a:xfrm>
            <a:off x="3767819" y="1799913"/>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Component Instantiation</a:t>
            </a:r>
          </a:p>
        </p:txBody>
      </p:sp>
    </p:spTree>
    <p:extLst>
      <p:ext uri="{BB962C8B-B14F-4D97-AF65-F5344CB8AC3E}">
        <p14:creationId xmlns:p14="http://schemas.microsoft.com/office/powerpoint/2010/main" val="4265258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7007D-6456-D5B7-52E1-12B87B05F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DAB51-4E5B-22C0-1B7F-5F368165223A}"/>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60B83552-5197-8FD4-880C-AF66568A6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4108299-C11A-06FF-DA17-56A88961E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879AE36C-CB15-C760-99D8-7A349A962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DD535162-B866-D676-9E9E-9A1B17AAC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99AA3A30-99BB-9617-615F-5CA7F3F0C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E825EBCC-B77C-C231-38D5-4EED9F8AC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95DD0E74-6EEE-CD40-253C-94614A6A4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5D8B07D-C3F4-D3EB-307D-33DC7D280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55EC3538-A4E7-1F7B-3076-D6928B3DE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BF36EC3-0BE9-82A9-6980-0D29B16DB7C7}"/>
              </a:ext>
            </a:extLst>
          </p:cNvPr>
          <p:cNvPicPr>
            <a:picLocks noChangeAspect="1"/>
          </p:cNvPicPr>
          <p:nvPr/>
        </p:nvPicPr>
        <p:blipFill>
          <a:blip r:embed="rId5"/>
          <a:stretch>
            <a:fillRect/>
          </a:stretch>
        </p:blipFill>
        <p:spPr>
          <a:xfrm>
            <a:off x="79829" y="1321135"/>
            <a:ext cx="9144000" cy="991743"/>
          </a:xfrm>
          <a:prstGeom prst="rect">
            <a:avLst/>
          </a:prstGeom>
        </p:spPr>
      </p:pic>
      <p:sp>
        <p:nvSpPr>
          <p:cNvPr id="11" name="Elipse 10">
            <a:extLst>
              <a:ext uri="{FF2B5EF4-FFF2-40B4-BE49-F238E27FC236}">
                <a16:creationId xmlns:a16="http://schemas.microsoft.com/office/drawing/2014/main" id="{8875D618-245A-4391-B739-53A7952FD4F5}"/>
              </a:ext>
            </a:extLst>
          </p:cNvPr>
          <p:cNvSpPr/>
          <p:nvPr/>
        </p:nvSpPr>
        <p:spPr>
          <a:xfrm>
            <a:off x="173711" y="1551196"/>
            <a:ext cx="548640" cy="119780"/>
          </a:xfrm>
          <a:prstGeom prst="ellipse">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7" name="Elipse 10">
            <a:extLst>
              <a:ext uri="{FF2B5EF4-FFF2-40B4-BE49-F238E27FC236}">
                <a16:creationId xmlns:a16="http://schemas.microsoft.com/office/drawing/2014/main" id="{233C1CB8-8B5F-6AA5-5057-AF9A27034C99}"/>
              </a:ext>
            </a:extLst>
          </p:cNvPr>
          <p:cNvSpPr/>
          <p:nvPr/>
        </p:nvSpPr>
        <p:spPr>
          <a:xfrm>
            <a:off x="267593" y="1637337"/>
            <a:ext cx="548640" cy="119780"/>
          </a:xfrm>
          <a:prstGeom prst="ellipse">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14" name="Conector recto 8">
            <a:extLst>
              <a:ext uri="{FF2B5EF4-FFF2-40B4-BE49-F238E27FC236}">
                <a16:creationId xmlns:a16="http://schemas.microsoft.com/office/drawing/2014/main" id="{FB3E3222-785F-7718-45CD-0EEB0FB75392}"/>
              </a:ext>
            </a:extLst>
          </p:cNvPr>
          <p:cNvSpPr/>
          <p:nvPr/>
        </p:nvSpPr>
        <p:spPr>
          <a:xfrm rot="10800000">
            <a:off x="722349" y="1757117"/>
            <a:ext cx="1403993" cy="1152997"/>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6" name="Conector recto 8">
            <a:extLst>
              <a:ext uri="{FF2B5EF4-FFF2-40B4-BE49-F238E27FC236}">
                <a16:creationId xmlns:a16="http://schemas.microsoft.com/office/drawing/2014/main" id="{8828C2BD-DADE-ECCA-BE45-818C30001666}"/>
              </a:ext>
            </a:extLst>
          </p:cNvPr>
          <p:cNvSpPr/>
          <p:nvPr/>
        </p:nvSpPr>
        <p:spPr>
          <a:xfrm rot="10800000">
            <a:off x="267588" y="1670975"/>
            <a:ext cx="131554" cy="1715408"/>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25" name="Content Placeholder 2">
            <a:extLst>
              <a:ext uri="{FF2B5EF4-FFF2-40B4-BE49-F238E27FC236}">
                <a16:creationId xmlns:a16="http://schemas.microsoft.com/office/drawing/2014/main" id="{FA3023D0-1B92-84A8-6AE0-40B2120611CF}"/>
              </a:ext>
            </a:extLst>
          </p:cNvPr>
          <p:cNvSpPr txBox="1">
            <a:spLocks/>
          </p:cNvSpPr>
          <p:nvPr/>
        </p:nvSpPr>
        <p:spPr>
          <a:xfrm>
            <a:off x="1320801" y="2941566"/>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Component Instantiation</a:t>
            </a:r>
          </a:p>
        </p:txBody>
      </p:sp>
      <p:sp>
        <p:nvSpPr>
          <p:cNvPr id="26" name="Content Placeholder 2">
            <a:extLst>
              <a:ext uri="{FF2B5EF4-FFF2-40B4-BE49-F238E27FC236}">
                <a16:creationId xmlns:a16="http://schemas.microsoft.com/office/drawing/2014/main" id="{5F5876EB-742D-4410-5F19-C16257F60EBA}"/>
              </a:ext>
            </a:extLst>
          </p:cNvPr>
          <p:cNvSpPr txBox="1">
            <a:spLocks/>
          </p:cNvSpPr>
          <p:nvPr/>
        </p:nvSpPr>
        <p:spPr>
          <a:xfrm>
            <a:off x="0" y="3374771"/>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Tree>
    <p:extLst>
      <p:ext uri="{BB962C8B-B14F-4D97-AF65-F5344CB8AC3E}">
        <p14:creationId xmlns:p14="http://schemas.microsoft.com/office/powerpoint/2010/main" val="1263481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122ED-0452-7AE5-D113-F4C77A926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F3972-DA23-7081-31E3-C3254465A4C9}"/>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2B26EEA5-96F8-ADDC-4519-4D28F09B5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F75ED8E-9264-4D73-CB5F-7098347D4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4CF60FCE-3E13-34EF-06FE-972B36EBC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61F2E280-D1B7-4828-8506-B5D04E2F9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6481BF0D-0623-F9C6-66F0-2B6E161B0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38CA4643-C01F-5597-E5FC-FBDC999F3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0D56E052-83E5-C304-28EC-DCC47F66A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625F2BC6-F4E5-2CE8-1AB8-95AB54E02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6D28E9C3-CC2C-F156-BC1C-630B74B46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A5E920E-997C-84AC-F4BE-1758C0FC62FB}"/>
              </a:ext>
            </a:extLst>
          </p:cNvPr>
          <p:cNvPicPr>
            <a:picLocks noChangeAspect="1"/>
          </p:cNvPicPr>
          <p:nvPr/>
        </p:nvPicPr>
        <p:blipFill>
          <a:blip r:embed="rId5"/>
          <a:stretch>
            <a:fillRect/>
          </a:stretch>
        </p:blipFill>
        <p:spPr>
          <a:xfrm>
            <a:off x="142574" y="881917"/>
            <a:ext cx="4296375" cy="752580"/>
          </a:xfrm>
          <a:prstGeom prst="rect">
            <a:avLst/>
          </a:prstGeom>
        </p:spPr>
      </p:pic>
      <p:pic>
        <p:nvPicPr>
          <p:cNvPr id="17" name="Picture 16">
            <a:extLst>
              <a:ext uri="{FF2B5EF4-FFF2-40B4-BE49-F238E27FC236}">
                <a16:creationId xmlns:a16="http://schemas.microsoft.com/office/drawing/2014/main" id="{A7000207-4E10-18C6-82A8-1290BDFAF3C5}"/>
              </a:ext>
            </a:extLst>
          </p:cNvPr>
          <p:cNvPicPr>
            <a:picLocks noChangeAspect="1"/>
          </p:cNvPicPr>
          <p:nvPr/>
        </p:nvPicPr>
        <p:blipFill rotWithShape="1">
          <a:blip r:embed="rId6"/>
          <a:srcRect t="8450"/>
          <a:stretch/>
        </p:blipFill>
        <p:spPr>
          <a:xfrm>
            <a:off x="142574" y="1768227"/>
            <a:ext cx="2962688" cy="1194819"/>
          </a:xfrm>
          <a:prstGeom prst="rect">
            <a:avLst/>
          </a:prstGeom>
        </p:spPr>
      </p:pic>
      <p:pic>
        <p:nvPicPr>
          <p:cNvPr id="21" name="Picture 20">
            <a:extLst>
              <a:ext uri="{FF2B5EF4-FFF2-40B4-BE49-F238E27FC236}">
                <a16:creationId xmlns:a16="http://schemas.microsoft.com/office/drawing/2014/main" id="{395785CF-C02B-57C8-7B54-86DF8F1E0C6E}"/>
              </a:ext>
            </a:extLst>
          </p:cNvPr>
          <p:cNvPicPr>
            <a:picLocks noChangeAspect="1"/>
          </p:cNvPicPr>
          <p:nvPr/>
        </p:nvPicPr>
        <p:blipFill rotWithShape="1">
          <a:blip r:embed="rId7"/>
          <a:srcRect t="70632"/>
          <a:stretch/>
        </p:blipFill>
        <p:spPr>
          <a:xfrm>
            <a:off x="142574" y="3193723"/>
            <a:ext cx="6287377" cy="752580"/>
          </a:xfrm>
          <a:prstGeom prst="rect">
            <a:avLst/>
          </a:prstGeom>
        </p:spPr>
      </p:pic>
      <p:sp>
        <p:nvSpPr>
          <p:cNvPr id="22" name="Rectangle 21">
            <a:extLst>
              <a:ext uri="{FF2B5EF4-FFF2-40B4-BE49-F238E27FC236}">
                <a16:creationId xmlns:a16="http://schemas.microsoft.com/office/drawing/2014/main" id="{187A8F79-148A-9314-0585-6326E227DF73}"/>
              </a:ext>
            </a:extLst>
          </p:cNvPr>
          <p:cNvSpPr/>
          <p:nvPr/>
        </p:nvSpPr>
        <p:spPr>
          <a:xfrm>
            <a:off x="148854" y="921235"/>
            <a:ext cx="1621889" cy="275962"/>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3" name="Conector recto 8">
            <a:extLst>
              <a:ext uri="{FF2B5EF4-FFF2-40B4-BE49-F238E27FC236}">
                <a16:creationId xmlns:a16="http://schemas.microsoft.com/office/drawing/2014/main" id="{675157A9-B693-6C5D-1A3C-CF12AA6C15E4}"/>
              </a:ext>
            </a:extLst>
          </p:cNvPr>
          <p:cNvSpPr/>
          <p:nvPr/>
        </p:nvSpPr>
        <p:spPr>
          <a:xfrm rot="10800000">
            <a:off x="1770742" y="1036596"/>
            <a:ext cx="3410857" cy="0"/>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24" name="Content Placeholder 2">
            <a:extLst>
              <a:ext uri="{FF2B5EF4-FFF2-40B4-BE49-F238E27FC236}">
                <a16:creationId xmlns:a16="http://schemas.microsoft.com/office/drawing/2014/main" id="{665E5E01-33D3-A9E1-E030-FF3D704D604B}"/>
              </a:ext>
            </a:extLst>
          </p:cNvPr>
          <p:cNvSpPr txBox="1">
            <a:spLocks/>
          </p:cNvSpPr>
          <p:nvPr/>
        </p:nvSpPr>
        <p:spPr>
          <a:xfrm>
            <a:off x="5181599" y="904026"/>
            <a:ext cx="2609981"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
        <p:nvSpPr>
          <p:cNvPr id="28" name="Rectangle 27">
            <a:extLst>
              <a:ext uri="{FF2B5EF4-FFF2-40B4-BE49-F238E27FC236}">
                <a16:creationId xmlns:a16="http://schemas.microsoft.com/office/drawing/2014/main" id="{8CFB23E9-CCAA-5557-1292-D1DEB9AE18C5}"/>
              </a:ext>
            </a:extLst>
          </p:cNvPr>
          <p:cNvSpPr/>
          <p:nvPr/>
        </p:nvSpPr>
        <p:spPr>
          <a:xfrm>
            <a:off x="275771" y="1799913"/>
            <a:ext cx="1494972" cy="232087"/>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9" name="Conector recto 8">
            <a:extLst>
              <a:ext uri="{FF2B5EF4-FFF2-40B4-BE49-F238E27FC236}">
                <a16:creationId xmlns:a16="http://schemas.microsoft.com/office/drawing/2014/main" id="{B8D51B0C-2F5D-8444-F629-6CA1550244E7}"/>
              </a:ext>
            </a:extLst>
          </p:cNvPr>
          <p:cNvSpPr/>
          <p:nvPr/>
        </p:nvSpPr>
        <p:spPr>
          <a:xfrm rot="10800000">
            <a:off x="1793877" y="1914662"/>
            <a:ext cx="1987094" cy="35114"/>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dirty="0">
              <a:solidFill>
                <a:srgbClr val="E71224"/>
              </a:solidFill>
            </a:endParaRPr>
          </a:p>
        </p:txBody>
      </p:sp>
      <p:sp>
        <p:nvSpPr>
          <p:cNvPr id="30" name="Content Placeholder 2">
            <a:extLst>
              <a:ext uri="{FF2B5EF4-FFF2-40B4-BE49-F238E27FC236}">
                <a16:creationId xmlns:a16="http://schemas.microsoft.com/office/drawing/2014/main" id="{5519BE2F-5D2C-259C-48B4-BCA5A156AD54}"/>
              </a:ext>
            </a:extLst>
          </p:cNvPr>
          <p:cNvSpPr txBox="1">
            <a:spLocks/>
          </p:cNvSpPr>
          <p:nvPr/>
        </p:nvSpPr>
        <p:spPr>
          <a:xfrm>
            <a:off x="3767819" y="1799913"/>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Component Instantiation</a:t>
            </a:r>
          </a:p>
        </p:txBody>
      </p:sp>
      <p:sp>
        <p:nvSpPr>
          <p:cNvPr id="31" name="Rectangle 30">
            <a:extLst>
              <a:ext uri="{FF2B5EF4-FFF2-40B4-BE49-F238E27FC236}">
                <a16:creationId xmlns:a16="http://schemas.microsoft.com/office/drawing/2014/main" id="{EB5B9A09-E54D-A26D-2A95-DD3208233769}"/>
              </a:ext>
            </a:extLst>
          </p:cNvPr>
          <p:cNvSpPr/>
          <p:nvPr/>
        </p:nvSpPr>
        <p:spPr>
          <a:xfrm>
            <a:off x="395513" y="3475182"/>
            <a:ext cx="1948543" cy="378361"/>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32" name="Conector recto 8">
            <a:extLst>
              <a:ext uri="{FF2B5EF4-FFF2-40B4-BE49-F238E27FC236}">
                <a16:creationId xmlns:a16="http://schemas.microsoft.com/office/drawing/2014/main" id="{9537574B-1EFC-1B13-FF19-54BA29D06EEF}"/>
              </a:ext>
            </a:extLst>
          </p:cNvPr>
          <p:cNvSpPr/>
          <p:nvPr/>
        </p:nvSpPr>
        <p:spPr>
          <a:xfrm rot="10800000">
            <a:off x="2344056" y="3715360"/>
            <a:ext cx="2329544" cy="378361"/>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dirty="0">
              <a:solidFill>
                <a:srgbClr val="E71224"/>
              </a:solidFill>
            </a:endParaRPr>
          </a:p>
        </p:txBody>
      </p:sp>
      <p:sp>
        <p:nvSpPr>
          <p:cNvPr id="33" name="Content Placeholder 2">
            <a:extLst>
              <a:ext uri="{FF2B5EF4-FFF2-40B4-BE49-F238E27FC236}">
                <a16:creationId xmlns:a16="http://schemas.microsoft.com/office/drawing/2014/main" id="{FAB49528-6AB1-B83A-1968-1FA49FABDD8C}"/>
              </a:ext>
            </a:extLst>
          </p:cNvPr>
          <p:cNvSpPr txBox="1">
            <a:spLocks/>
          </p:cNvSpPr>
          <p:nvPr/>
        </p:nvSpPr>
        <p:spPr>
          <a:xfrm>
            <a:off x="4695370" y="4006758"/>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Internal Signals</a:t>
            </a:r>
          </a:p>
        </p:txBody>
      </p:sp>
    </p:spTree>
    <p:extLst>
      <p:ext uri="{BB962C8B-B14F-4D97-AF65-F5344CB8AC3E}">
        <p14:creationId xmlns:p14="http://schemas.microsoft.com/office/powerpoint/2010/main" val="333330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7007D-6456-D5B7-52E1-12B87B05F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DAB51-4E5B-22C0-1B7F-5F368165223A}"/>
              </a:ext>
            </a:extLst>
          </p:cNvPr>
          <p:cNvSpPr>
            <a:spLocks noGrp="1"/>
          </p:cNvSpPr>
          <p:nvPr>
            <p:ph type="title"/>
          </p:nvPr>
        </p:nvSpPr>
        <p:spPr/>
        <p:txBody>
          <a:bodyPr>
            <a:normAutofit fontScale="90000"/>
          </a:bodyPr>
          <a:lstStyle/>
          <a:p>
            <a:pPr algn="l"/>
            <a:r>
              <a:rPr lang="en-US" dirty="0"/>
              <a:t>Simulation Hierarchy</a:t>
            </a:r>
          </a:p>
        </p:txBody>
      </p:sp>
      <p:pic>
        <p:nvPicPr>
          <p:cNvPr id="1025" name="Picture 1" descr="page52image50211712">
            <a:extLst>
              <a:ext uri="{FF2B5EF4-FFF2-40B4-BE49-F238E27FC236}">
                <a16:creationId xmlns:a16="http://schemas.microsoft.com/office/drawing/2014/main" id="{60B83552-5197-8FD4-880C-AF66568A6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D4108299-C11A-06FF-DA17-56A88961E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879AE36C-CB15-C760-99D8-7A349A962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DD535162-B866-D676-9E9E-9A1B17AAC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99AA3A30-99BB-9617-615F-5CA7F3F0C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E825EBCC-B77C-C231-38D5-4EED9F8ACE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95DD0E74-6EEE-CD40-253C-94614A6A4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85D8B07D-C3F4-D3EB-307D-33DC7D280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55EC3538-A4E7-1F7B-3076-D6928B3DE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BF36EC3-0BE9-82A9-6980-0D29B16DB7C7}"/>
              </a:ext>
            </a:extLst>
          </p:cNvPr>
          <p:cNvPicPr>
            <a:picLocks noChangeAspect="1"/>
          </p:cNvPicPr>
          <p:nvPr/>
        </p:nvPicPr>
        <p:blipFill>
          <a:blip r:embed="rId5"/>
          <a:stretch>
            <a:fillRect/>
          </a:stretch>
        </p:blipFill>
        <p:spPr>
          <a:xfrm>
            <a:off x="79829" y="1321135"/>
            <a:ext cx="9144000" cy="991743"/>
          </a:xfrm>
          <a:prstGeom prst="rect">
            <a:avLst/>
          </a:prstGeom>
        </p:spPr>
      </p:pic>
      <p:sp>
        <p:nvSpPr>
          <p:cNvPr id="11" name="Elipse 10">
            <a:extLst>
              <a:ext uri="{FF2B5EF4-FFF2-40B4-BE49-F238E27FC236}">
                <a16:creationId xmlns:a16="http://schemas.microsoft.com/office/drawing/2014/main" id="{8875D618-245A-4391-B739-53A7952FD4F5}"/>
              </a:ext>
            </a:extLst>
          </p:cNvPr>
          <p:cNvSpPr/>
          <p:nvPr/>
        </p:nvSpPr>
        <p:spPr>
          <a:xfrm>
            <a:off x="173711" y="1551196"/>
            <a:ext cx="548640" cy="119780"/>
          </a:xfrm>
          <a:prstGeom prst="ellipse">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7" name="Elipse 10">
            <a:extLst>
              <a:ext uri="{FF2B5EF4-FFF2-40B4-BE49-F238E27FC236}">
                <a16:creationId xmlns:a16="http://schemas.microsoft.com/office/drawing/2014/main" id="{233C1CB8-8B5F-6AA5-5057-AF9A27034C99}"/>
              </a:ext>
            </a:extLst>
          </p:cNvPr>
          <p:cNvSpPr/>
          <p:nvPr/>
        </p:nvSpPr>
        <p:spPr>
          <a:xfrm>
            <a:off x="267593" y="1637337"/>
            <a:ext cx="548640" cy="119780"/>
          </a:xfrm>
          <a:prstGeom prst="ellipse">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38" name="Rectangle 37">
            <a:extLst>
              <a:ext uri="{FF2B5EF4-FFF2-40B4-BE49-F238E27FC236}">
                <a16:creationId xmlns:a16="http://schemas.microsoft.com/office/drawing/2014/main" id="{47C93BBD-4393-4364-8DC5-B7B9A3CF4AA9}"/>
              </a:ext>
            </a:extLst>
          </p:cNvPr>
          <p:cNvSpPr/>
          <p:nvPr/>
        </p:nvSpPr>
        <p:spPr>
          <a:xfrm>
            <a:off x="2332260" y="1757117"/>
            <a:ext cx="2377440" cy="587563"/>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22" name="Parallelogram 21">
            <a:extLst>
              <a:ext uri="{FF2B5EF4-FFF2-40B4-BE49-F238E27FC236}">
                <a16:creationId xmlns:a16="http://schemas.microsoft.com/office/drawing/2014/main" id="{B8027D43-5A46-4129-9E14-799045805DD8}"/>
              </a:ext>
            </a:extLst>
          </p:cNvPr>
          <p:cNvSpPr/>
          <p:nvPr/>
        </p:nvSpPr>
        <p:spPr>
          <a:xfrm>
            <a:off x="2332260" y="1441440"/>
            <a:ext cx="2377440" cy="315677"/>
          </a:xfrm>
          <a:prstGeom prst="parallelogram">
            <a:avLst>
              <a:gd name="adj" fmla="val 1095"/>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
        <p:nvSpPr>
          <p:cNvPr id="12" name="Conector recto 8">
            <a:extLst>
              <a:ext uri="{FF2B5EF4-FFF2-40B4-BE49-F238E27FC236}">
                <a16:creationId xmlns:a16="http://schemas.microsoft.com/office/drawing/2014/main" id="{594F541C-ADCE-D47D-D450-AEA5583A08DE}"/>
              </a:ext>
            </a:extLst>
          </p:cNvPr>
          <p:cNvSpPr/>
          <p:nvPr/>
        </p:nvSpPr>
        <p:spPr>
          <a:xfrm rot="10800000">
            <a:off x="4709699" y="2312877"/>
            <a:ext cx="1204871" cy="698835"/>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3" name="Conector recto 8">
            <a:extLst>
              <a:ext uri="{FF2B5EF4-FFF2-40B4-BE49-F238E27FC236}">
                <a16:creationId xmlns:a16="http://schemas.microsoft.com/office/drawing/2014/main" id="{134EFCC8-6729-09D0-85CA-079CCD2E20B7}"/>
              </a:ext>
            </a:extLst>
          </p:cNvPr>
          <p:cNvSpPr/>
          <p:nvPr/>
        </p:nvSpPr>
        <p:spPr>
          <a:xfrm rot="10800000" flipV="1">
            <a:off x="4709698" y="1058281"/>
            <a:ext cx="1393558" cy="579055"/>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4" name="Conector recto 8">
            <a:extLst>
              <a:ext uri="{FF2B5EF4-FFF2-40B4-BE49-F238E27FC236}">
                <a16:creationId xmlns:a16="http://schemas.microsoft.com/office/drawing/2014/main" id="{FB3E3222-785F-7718-45CD-0EEB0FB75392}"/>
              </a:ext>
            </a:extLst>
          </p:cNvPr>
          <p:cNvSpPr/>
          <p:nvPr/>
        </p:nvSpPr>
        <p:spPr>
          <a:xfrm rot="10800000">
            <a:off x="722349" y="1757117"/>
            <a:ext cx="1403993" cy="1152997"/>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6" name="Conector recto 8">
            <a:extLst>
              <a:ext uri="{FF2B5EF4-FFF2-40B4-BE49-F238E27FC236}">
                <a16:creationId xmlns:a16="http://schemas.microsoft.com/office/drawing/2014/main" id="{8828C2BD-DADE-ECCA-BE45-818C30001666}"/>
              </a:ext>
            </a:extLst>
          </p:cNvPr>
          <p:cNvSpPr/>
          <p:nvPr/>
        </p:nvSpPr>
        <p:spPr>
          <a:xfrm rot="10800000">
            <a:off x="267588" y="1670975"/>
            <a:ext cx="131554" cy="1715408"/>
          </a:xfrm>
          <a:prstGeom prst="line">
            <a:avLst/>
          </a:prstGeom>
          <a:solidFill>
            <a:srgbClr val="E71224">
              <a:alpha val="5000"/>
            </a:srgbClr>
          </a:solidFill>
          <a:ln w="12600">
            <a:solidFill>
              <a:srgbClr val="E71224"/>
            </a:solidFill>
            <a:tailEnd type="arrow"/>
          </a:ln>
        </p:spPr>
        <p:style>
          <a:lnRef idx="2">
            <a:schemeClr val="accent1"/>
          </a:lnRef>
          <a:fillRef idx="0">
            <a:schemeClr val="accent1"/>
          </a:fillRef>
          <a:effectRef idx="1">
            <a:schemeClr val="accent1"/>
          </a:effectRef>
          <a:fontRef idx="minor">
            <a:schemeClr val="tx1"/>
          </a:fontRef>
        </p:style>
        <p:txBody>
          <a:bodyPr wrap="none" rtlCol="0" anchor="ctr" anchorCtr="1"/>
          <a:lstStyle/>
          <a:p>
            <a:endParaRPr lang="en-US">
              <a:solidFill>
                <a:srgbClr val="E71224"/>
              </a:solidFill>
            </a:endParaRPr>
          </a:p>
        </p:txBody>
      </p:sp>
      <p:sp>
        <p:nvSpPr>
          <p:cNvPr id="18" name="Content Placeholder 2">
            <a:extLst>
              <a:ext uri="{FF2B5EF4-FFF2-40B4-BE49-F238E27FC236}">
                <a16:creationId xmlns:a16="http://schemas.microsoft.com/office/drawing/2014/main" id="{8A82A08C-DEE0-8D64-7AEF-3147D68B1572}"/>
              </a:ext>
            </a:extLst>
          </p:cNvPr>
          <p:cNvSpPr txBox="1">
            <a:spLocks/>
          </p:cNvSpPr>
          <p:nvPr/>
        </p:nvSpPr>
        <p:spPr>
          <a:xfrm>
            <a:off x="5531305" y="748180"/>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Internal Signals</a:t>
            </a:r>
          </a:p>
        </p:txBody>
      </p:sp>
      <p:sp>
        <p:nvSpPr>
          <p:cNvPr id="20" name="Content Placeholder 2">
            <a:extLst>
              <a:ext uri="{FF2B5EF4-FFF2-40B4-BE49-F238E27FC236}">
                <a16:creationId xmlns:a16="http://schemas.microsoft.com/office/drawing/2014/main" id="{36BE87C5-F2A0-2BC5-3B7F-7CD636808B59}"/>
              </a:ext>
            </a:extLst>
          </p:cNvPr>
          <p:cNvSpPr txBox="1">
            <a:spLocks/>
          </p:cNvSpPr>
          <p:nvPr/>
        </p:nvSpPr>
        <p:spPr>
          <a:xfrm>
            <a:off x="5255533" y="3096283"/>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Internal Ports</a:t>
            </a:r>
          </a:p>
        </p:txBody>
      </p:sp>
      <p:sp>
        <p:nvSpPr>
          <p:cNvPr id="25" name="Content Placeholder 2">
            <a:extLst>
              <a:ext uri="{FF2B5EF4-FFF2-40B4-BE49-F238E27FC236}">
                <a16:creationId xmlns:a16="http://schemas.microsoft.com/office/drawing/2014/main" id="{FA3023D0-1B92-84A8-6AE0-40B2120611CF}"/>
              </a:ext>
            </a:extLst>
          </p:cNvPr>
          <p:cNvSpPr txBox="1">
            <a:spLocks/>
          </p:cNvSpPr>
          <p:nvPr/>
        </p:nvSpPr>
        <p:spPr>
          <a:xfrm>
            <a:off x="1320801" y="2941566"/>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Component Instantiation</a:t>
            </a:r>
          </a:p>
        </p:txBody>
      </p:sp>
      <p:sp>
        <p:nvSpPr>
          <p:cNvPr id="26" name="Content Placeholder 2">
            <a:extLst>
              <a:ext uri="{FF2B5EF4-FFF2-40B4-BE49-F238E27FC236}">
                <a16:creationId xmlns:a16="http://schemas.microsoft.com/office/drawing/2014/main" id="{5F5876EB-742D-4410-5F19-C16257F60EBA}"/>
              </a:ext>
            </a:extLst>
          </p:cNvPr>
          <p:cNvSpPr txBox="1">
            <a:spLocks/>
          </p:cNvSpPr>
          <p:nvPr/>
        </p:nvSpPr>
        <p:spPr>
          <a:xfrm>
            <a:off x="0" y="3374771"/>
            <a:ext cx="3331028" cy="320738"/>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nSpc>
                <a:spcPct val="80000"/>
              </a:lnSpc>
              <a:buFont typeface="Arial"/>
              <a:buNone/>
            </a:pPr>
            <a:r>
              <a:rPr lang="en-US" sz="1650" dirty="0">
                <a:latin typeface="Lucida Console"/>
                <a:cs typeface="Lucida Console"/>
              </a:rPr>
              <a:t>Simulated Entity</a:t>
            </a:r>
          </a:p>
        </p:txBody>
      </p:sp>
      <p:sp>
        <p:nvSpPr>
          <p:cNvPr id="34" name="Content Placeholder 3">
            <a:extLst>
              <a:ext uri="{FF2B5EF4-FFF2-40B4-BE49-F238E27FC236}">
                <a16:creationId xmlns:a16="http://schemas.microsoft.com/office/drawing/2014/main" id="{E992536D-208E-B75C-373C-6EC758FFBB1E}"/>
              </a:ext>
            </a:extLst>
          </p:cNvPr>
          <p:cNvSpPr>
            <a:spLocks noGrp="1"/>
          </p:cNvSpPr>
          <p:nvPr>
            <p:ph idx="1"/>
          </p:nvPr>
        </p:nvSpPr>
        <p:spPr>
          <a:xfrm>
            <a:off x="79829" y="3785658"/>
            <a:ext cx="8229600" cy="538540"/>
          </a:xfrm>
        </p:spPr>
        <p:txBody>
          <a:bodyPr>
            <a:normAutofit fontScale="92500" lnSpcReduction="20000"/>
          </a:bodyPr>
          <a:lstStyle/>
          <a:p>
            <a:r>
              <a:rPr lang="en-US" sz="1600" dirty="0"/>
              <a:t>You can find the address of a component by following this hierarchy</a:t>
            </a:r>
          </a:p>
          <a:p>
            <a:r>
              <a:rPr lang="en-US" sz="1600" dirty="0"/>
              <a:t>Ex, the address of the internal signal </a:t>
            </a:r>
            <a:r>
              <a:rPr lang="en-US" sz="1600" dirty="0" err="1"/>
              <a:t>s_Q</a:t>
            </a:r>
            <a:r>
              <a:rPr lang="en-US" sz="1600" dirty="0"/>
              <a:t> is “/</a:t>
            </a:r>
            <a:r>
              <a:rPr lang="en-US" sz="1600" dirty="0" err="1"/>
              <a:t>tb_dffg</a:t>
            </a:r>
            <a:r>
              <a:rPr lang="en-US" sz="1600" dirty="0"/>
              <a:t>/DUT/</a:t>
            </a:r>
            <a:r>
              <a:rPr lang="en-US" sz="1600" dirty="0" err="1"/>
              <a:t>s_Q</a:t>
            </a:r>
            <a:r>
              <a:rPr lang="en-US" sz="1600" dirty="0"/>
              <a:t>”</a:t>
            </a:r>
          </a:p>
        </p:txBody>
      </p:sp>
    </p:spTree>
    <p:extLst>
      <p:ext uri="{BB962C8B-B14F-4D97-AF65-F5344CB8AC3E}">
        <p14:creationId xmlns:p14="http://schemas.microsoft.com/office/powerpoint/2010/main" val="870043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0AB04-92BE-29F8-2C68-FDB19B030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D92EE-5B19-C5B6-AC72-A5804BB95F3D}"/>
              </a:ext>
            </a:extLst>
          </p:cNvPr>
          <p:cNvSpPr>
            <a:spLocks noGrp="1"/>
          </p:cNvSpPr>
          <p:nvPr>
            <p:ph type="title"/>
          </p:nvPr>
        </p:nvSpPr>
        <p:spPr/>
        <p:txBody>
          <a:bodyPr>
            <a:normAutofit fontScale="90000"/>
          </a:bodyPr>
          <a:lstStyle/>
          <a:p>
            <a:pPr algn="l"/>
            <a:r>
              <a:rPr lang="en-US" dirty="0"/>
              <a:t>Initializing memory</a:t>
            </a:r>
          </a:p>
        </p:txBody>
      </p:sp>
      <p:pic>
        <p:nvPicPr>
          <p:cNvPr id="1025" name="Picture 1" descr="page52image50211712">
            <a:extLst>
              <a:ext uri="{FF2B5EF4-FFF2-40B4-BE49-F238E27FC236}">
                <a16:creationId xmlns:a16="http://schemas.microsoft.com/office/drawing/2014/main" id="{54C1B64E-420E-DCD8-F0BA-3E21A5E8B0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52image50210368">
            <a:extLst>
              <a:ext uri="{FF2B5EF4-FFF2-40B4-BE49-F238E27FC236}">
                <a16:creationId xmlns:a16="http://schemas.microsoft.com/office/drawing/2014/main" id="{CAC89A0C-BB88-A1A6-610D-CE92908BA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52image52190432">
            <a:extLst>
              <a:ext uri="{FF2B5EF4-FFF2-40B4-BE49-F238E27FC236}">
                <a16:creationId xmlns:a16="http://schemas.microsoft.com/office/drawing/2014/main" id="{523BE3E7-E251-8CC7-0233-23394D006E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0"/>
            <a:ext cx="123825" cy="38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52image50216320">
            <a:extLst>
              <a:ext uri="{FF2B5EF4-FFF2-40B4-BE49-F238E27FC236}">
                <a16:creationId xmlns:a16="http://schemas.microsoft.com/office/drawing/2014/main" id="{1AF1FD29-9870-5BA9-2A51-FEA9004DB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52image50215936">
            <a:extLst>
              <a:ext uri="{FF2B5EF4-FFF2-40B4-BE49-F238E27FC236}">
                <a16:creationId xmlns:a16="http://schemas.microsoft.com/office/drawing/2014/main" id="{B3B09DCD-E93D-78DE-EA2B-3A4BD65AF8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52image50274944">
            <a:extLst>
              <a:ext uri="{FF2B5EF4-FFF2-40B4-BE49-F238E27FC236}">
                <a16:creationId xmlns:a16="http://schemas.microsoft.com/office/drawing/2014/main" id="{B3F8EA9F-6F4A-6837-351B-CF2E6FC8D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52image50272640">
            <a:extLst>
              <a:ext uri="{FF2B5EF4-FFF2-40B4-BE49-F238E27FC236}">
                <a16:creationId xmlns:a16="http://schemas.microsoft.com/office/drawing/2014/main" id="{93EB0533-8CD0-E854-9E80-230890EE3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52image50272256">
            <a:extLst>
              <a:ext uri="{FF2B5EF4-FFF2-40B4-BE49-F238E27FC236}">
                <a16:creationId xmlns:a16="http://schemas.microsoft.com/office/drawing/2014/main" id="{906CAB57-1678-0E69-6399-A804A3945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52image50268992">
            <a:extLst>
              <a:ext uri="{FF2B5EF4-FFF2-40B4-BE49-F238E27FC236}">
                <a16:creationId xmlns:a16="http://schemas.microsoft.com/office/drawing/2014/main" id="{79319144-D9EC-600A-9D17-0A903C985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2295525" cy="8572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446EC46E-583A-4976-5E95-0C6782D48CF1}"/>
              </a:ext>
            </a:extLst>
          </p:cNvPr>
          <p:cNvSpPr>
            <a:spLocks noGrp="1"/>
          </p:cNvSpPr>
          <p:nvPr>
            <p:ph idx="1"/>
          </p:nvPr>
        </p:nvSpPr>
        <p:spPr>
          <a:xfrm>
            <a:off x="239486" y="2934547"/>
            <a:ext cx="8229600" cy="414769"/>
          </a:xfrm>
        </p:spPr>
        <p:txBody>
          <a:bodyPr>
            <a:normAutofit/>
          </a:bodyPr>
          <a:lstStyle/>
          <a:p>
            <a:pPr marL="0" indent="0">
              <a:buNone/>
            </a:pPr>
            <a:r>
              <a:rPr lang="en-US" sz="1600" dirty="0"/>
              <a:t>mem load –</a:t>
            </a:r>
            <a:r>
              <a:rPr lang="en-US" sz="1600" dirty="0" err="1"/>
              <a:t>infile</a:t>
            </a:r>
            <a:r>
              <a:rPr lang="en-US" sz="1600" dirty="0"/>
              <a:t> {path to memory file} – format hex {path in simulated hierarchy}</a:t>
            </a:r>
          </a:p>
        </p:txBody>
      </p:sp>
      <p:pic>
        <p:nvPicPr>
          <p:cNvPr id="12" name="Picture 11">
            <a:extLst>
              <a:ext uri="{FF2B5EF4-FFF2-40B4-BE49-F238E27FC236}">
                <a16:creationId xmlns:a16="http://schemas.microsoft.com/office/drawing/2014/main" id="{3F4CB11C-C2D1-AE39-0917-88BF78F5160A}"/>
              </a:ext>
            </a:extLst>
          </p:cNvPr>
          <p:cNvPicPr>
            <a:picLocks noChangeAspect="1"/>
          </p:cNvPicPr>
          <p:nvPr/>
        </p:nvPicPr>
        <p:blipFill>
          <a:blip r:embed="rId5"/>
          <a:stretch>
            <a:fillRect/>
          </a:stretch>
        </p:blipFill>
        <p:spPr>
          <a:xfrm>
            <a:off x="239486" y="723642"/>
            <a:ext cx="7211431" cy="1848108"/>
          </a:xfrm>
          <a:prstGeom prst="rect">
            <a:avLst/>
          </a:prstGeom>
        </p:spPr>
      </p:pic>
      <p:sp>
        <p:nvSpPr>
          <p:cNvPr id="13" name="Content Placeholder 3">
            <a:extLst>
              <a:ext uri="{FF2B5EF4-FFF2-40B4-BE49-F238E27FC236}">
                <a16:creationId xmlns:a16="http://schemas.microsoft.com/office/drawing/2014/main" id="{AC0EB5B2-7553-B3A9-B426-9ADCCEDC514C}"/>
              </a:ext>
            </a:extLst>
          </p:cNvPr>
          <p:cNvSpPr txBox="1">
            <a:spLocks/>
          </p:cNvSpPr>
          <p:nvPr/>
        </p:nvSpPr>
        <p:spPr>
          <a:xfrm>
            <a:off x="239486" y="3374861"/>
            <a:ext cx="8229600" cy="863310"/>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400" kern="1200">
                <a:solidFill>
                  <a:schemeClr val="tx1"/>
                </a:solidFill>
                <a:latin typeface="Arial"/>
                <a:ea typeface="+mn-ea"/>
                <a:cs typeface="Arial"/>
              </a:defRPr>
            </a:lvl1pPr>
            <a:lvl2pPr marL="557213" indent="-214313" algn="l" defTabSz="342900" rtl="0" eaLnBrk="1" latinLnBrk="0" hangingPunct="1">
              <a:spcBef>
                <a:spcPct val="20000"/>
              </a:spcBef>
              <a:buFont typeface="Arial"/>
              <a:buChar char="–"/>
              <a:defRPr sz="2100" kern="1200">
                <a:solidFill>
                  <a:schemeClr val="tx1"/>
                </a:solidFill>
                <a:latin typeface="Arial"/>
                <a:ea typeface="+mn-ea"/>
                <a:cs typeface="Arial"/>
              </a:defRPr>
            </a:lvl2pPr>
            <a:lvl3pPr marL="857250" indent="-171450" algn="l" defTabSz="342900" rtl="0" eaLnBrk="1" latinLnBrk="0" hangingPunct="1">
              <a:spcBef>
                <a:spcPct val="20000"/>
              </a:spcBef>
              <a:buFont typeface="Arial"/>
              <a:buChar char="•"/>
              <a:defRPr sz="1800" kern="1200">
                <a:solidFill>
                  <a:schemeClr val="tx1"/>
                </a:solidFill>
                <a:latin typeface="Arial"/>
                <a:ea typeface="+mn-ea"/>
                <a:cs typeface="Arial"/>
              </a:defRPr>
            </a:lvl3pPr>
            <a:lvl4pPr marL="1200150" indent="-171450" algn="l" defTabSz="342900" rtl="0" eaLnBrk="1" latinLnBrk="0" hangingPunct="1">
              <a:spcBef>
                <a:spcPct val="20000"/>
              </a:spcBef>
              <a:buFont typeface="Arial"/>
              <a:buChar char="–"/>
              <a:defRPr sz="1500" kern="1200">
                <a:solidFill>
                  <a:schemeClr val="tx1"/>
                </a:solidFill>
                <a:latin typeface="Arial"/>
                <a:ea typeface="+mn-ea"/>
                <a:cs typeface="Arial"/>
              </a:defRPr>
            </a:lvl4pPr>
            <a:lvl5pPr marL="1543050" indent="-171450" algn="l" defTabSz="342900" rtl="0" eaLnBrk="1" latinLnBrk="0" hangingPunct="1">
              <a:spcBef>
                <a:spcPct val="20000"/>
              </a:spcBef>
              <a:buFont typeface="Arial"/>
              <a:buChar char="»"/>
              <a:defRPr sz="1500" kern="1200">
                <a:solidFill>
                  <a:schemeClr val="tx1"/>
                </a:solidFill>
                <a:latin typeface="Arial"/>
                <a:ea typeface="+mn-ea"/>
                <a:cs typeface="Arial"/>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600" dirty="0"/>
              <a:t>Our goal in this case is to initialize the RAM signal, so we should use the address</a:t>
            </a:r>
          </a:p>
          <a:p>
            <a:pPr lvl="1"/>
            <a:r>
              <a:rPr lang="en-US" sz="1300" dirty="0"/>
              <a:t>/</a:t>
            </a:r>
            <a:r>
              <a:rPr lang="en-US" sz="1300" dirty="0" err="1"/>
              <a:t>tb_mem</a:t>
            </a:r>
            <a:r>
              <a:rPr lang="en-US" sz="1300" dirty="0"/>
              <a:t>/DUT/RAM</a:t>
            </a:r>
          </a:p>
        </p:txBody>
      </p:sp>
      <p:sp>
        <p:nvSpPr>
          <p:cNvPr id="21" name="Rectángulo 20">
            <a:extLst>
              <a:ext uri="{FF2B5EF4-FFF2-40B4-BE49-F238E27FC236}">
                <a16:creationId xmlns:a16="http://schemas.microsoft.com/office/drawing/2014/main" id="{146DC4DD-5497-4CFD-B225-306F71136335}"/>
              </a:ext>
            </a:extLst>
          </p:cNvPr>
          <p:cNvSpPr/>
          <p:nvPr/>
        </p:nvSpPr>
        <p:spPr>
          <a:xfrm>
            <a:off x="3699000" y="1222560"/>
            <a:ext cx="2743200" cy="182880"/>
          </a:xfrm>
          <a:prstGeom prst="rect">
            <a:avLst/>
          </a:prstGeom>
          <a:solidFill>
            <a:srgbClr val="E71224">
              <a:alpha val="5000"/>
            </a:srgbClr>
          </a:solidFill>
          <a:ln w="12600">
            <a:solidFill>
              <a:srgbClr val="E71224"/>
            </a:solidFill>
          </a:ln>
        </p:spPr>
        <p:style>
          <a:lnRef idx="1">
            <a:schemeClr val="accent1"/>
          </a:lnRef>
          <a:fillRef idx="3">
            <a:schemeClr val="accent1"/>
          </a:fillRef>
          <a:effectRef idx="2">
            <a:schemeClr val="accent1"/>
          </a:effectRef>
          <a:fontRef idx="minor">
            <a:schemeClr val="lt1"/>
          </a:fontRef>
        </p:style>
        <p:txBody>
          <a:bodyPr wrap="none" rtlCol="0" anchor="ctr" anchorCtr="1"/>
          <a:lstStyle/>
          <a:p>
            <a:endParaRPr lang="en-US">
              <a:solidFill>
                <a:srgbClr val="E71224"/>
              </a:solidFill>
            </a:endParaRPr>
          </a:p>
        </p:txBody>
      </p:sp>
    </p:spTree>
    <p:extLst>
      <p:ext uri="{BB962C8B-B14F-4D97-AF65-F5344CB8AC3E}">
        <p14:creationId xmlns:p14="http://schemas.microsoft.com/office/powerpoint/2010/main" val="2590567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892AA94526344684B757C5162A1180" ma:contentTypeVersion="4" ma:contentTypeDescription="Create a new document." ma:contentTypeScope="" ma:versionID="e89984e3200cf68cc03fac5eae4b0ccc">
  <xsd:schema xmlns:xsd="http://www.w3.org/2001/XMLSchema" xmlns:xs="http://www.w3.org/2001/XMLSchema" xmlns:p="http://schemas.microsoft.com/office/2006/metadata/properties" xmlns:ns2="5c7ff842-40a8-44dc-b94b-9711358bcbb4" targetNamespace="http://schemas.microsoft.com/office/2006/metadata/properties" ma:root="true" ma:fieldsID="be63102ce1445e2c4d6408a142453b9b" ns2:_="">
    <xsd:import namespace="5c7ff842-40a8-44dc-b94b-9711358bcb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7ff842-40a8-44dc-b94b-9711358bcb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DA8F4C-6B2A-4431-A6C7-6743353A7A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7ff842-40a8-44dc-b94b-9711358bcb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7870DA-80C9-4B59-8464-B9729441DC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27926</TotalTime>
  <Words>699</Words>
  <Application>Microsoft Office PowerPoint</Application>
  <PresentationFormat>On-screen Show (16:9)</PresentationFormat>
  <Paragraphs>115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Lucida Console</vt:lpstr>
      <vt:lpstr>Office Theme</vt:lpstr>
      <vt:lpstr>CprE 381: Computer Organization and Assembly Level Programming</vt:lpstr>
      <vt:lpstr> Modeling Memory in VHDL</vt:lpstr>
      <vt:lpstr> Modeling Memory in VHDL</vt:lpstr>
      <vt:lpstr> Modeling Memory in VHDL</vt:lpstr>
      <vt:lpstr>Word Vs. Byte Addressable memory</vt:lpstr>
      <vt:lpstr>Simulation Hierarchy</vt:lpstr>
      <vt:lpstr>Simulation Hierarchy</vt:lpstr>
      <vt:lpstr>Simulation Hierarchy</vt:lpstr>
      <vt:lpstr>Simulation Hierarchy</vt:lpstr>
      <vt:lpstr>Simulation Hierarchy</vt:lpstr>
      <vt:lpstr>Simulation Hierarchy</vt:lpstr>
      <vt:lpstr>Initializing memory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Elise Meyers</dc:creator>
  <cp:lastModifiedBy>Narayanan, Vishak [E CPE]</cp:lastModifiedBy>
  <cp:revision>115</cp:revision>
  <cp:lastPrinted>2020-01-16T17:08:34Z</cp:lastPrinted>
  <dcterms:created xsi:type="dcterms:W3CDTF">2018-01-08T02:44:33Z</dcterms:created>
  <dcterms:modified xsi:type="dcterms:W3CDTF">2025-09-21T21:30:53Z</dcterms:modified>
</cp:coreProperties>
</file>